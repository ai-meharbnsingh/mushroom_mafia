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8-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embeddedFontLst>
    <p:embeddedFont>
      <p:font typeface="Quattrocento Sans" charset="-122" pitchFamily="34"/>
      <p:regular r:id="rId25"/>
    </p:embeddedFont>
    <p:embeddedFont>
      <p:font typeface="Hedvig Letters Sans" charset="-122" pitchFamily="34"/>
      <p:regular r:id="rId26"/>
    </p:embeddedFont>
    <p:embeddedFont>
      <p:font typeface="Liter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gritecture.com/138848ee60bb5e2905d3e98646280624493050fe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B1E">
                  <a:alpha val="95000"/>
                </a:srgbClr>
              </a:gs>
              <a:gs pos="50000">
                <a:srgbClr val="264653">
                  <a:alpha val="90000"/>
                </a:srgbClr>
              </a:gs>
              <a:gs pos="100000">
                <a:srgbClr val="0D1B1E">
                  <a:alpha val="9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84810" y="1255395"/>
            <a:ext cx="3160395" cy="426720"/>
          </a:xfrm>
          <a:custGeom>
            <a:avLst/>
            <a:gdLst/>
            <a:ahLst/>
            <a:cxnLst/>
            <a:rect l="l" t="t" r="r" b="b"/>
            <a:pathLst>
              <a:path w="3160395" h="426720">
                <a:moveTo>
                  <a:pt x="213360" y="0"/>
                </a:moveTo>
                <a:lnTo>
                  <a:pt x="2947035" y="0"/>
                </a:lnTo>
                <a:cubicBezTo>
                  <a:pt x="3064870" y="0"/>
                  <a:pt x="3160395" y="95525"/>
                  <a:pt x="3160395" y="213360"/>
                </a:cubicBezTo>
                <a:lnTo>
                  <a:pt x="3160395" y="213360"/>
                </a:lnTo>
                <a:cubicBezTo>
                  <a:pt x="3160395" y="331195"/>
                  <a:pt x="3064870" y="426720"/>
                  <a:pt x="294703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92217" y="138303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3046" y="29468"/>
                </a:moveTo>
                <a:lnTo>
                  <a:pt x="109835" y="29468"/>
                </a:lnTo>
                <a:lnTo>
                  <a:pt x="109835" y="45541"/>
                </a:lnTo>
                <a:lnTo>
                  <a:pt x="83046" y="45541"/>
                </a:lnTo>
                <a:lnTo>
                  <a:pt x="83046" y="29468"/>
                </a:lnTo>
                <a:close/>
                <a:moveTo>
                  <a:pt x="80367" y="10716"/>
                </a:moveTo>
                <a:cubicBezTo>
                  <a:pt x="71493" y="10716"/>
                  <a:pt x="64294" y="17915"/>
                  <a:pt x="64294" y="26789"/>
                </a:cubicBezTo>
                <a:lnTo>
                  <a:pt x="64294" y="48220"/>
                </a:lnTo>
                <a:cubicBezTo>
                  <a:pt x="64294" y="57094"/>
                  <a:pt x="71493" y="64294"/>
                  <a:pt x="80367" y="64294"/>
                </a:cubicBezTo>
                <a:lnTo>
                  <a:pt x="85725" y="64294"/>
                </a:lnTo>
                <a:lnTo>
                  <a:pt x="85725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42863" y="96441"/>
                </a:lnTo>
                <a:lnTo>
                  <a:pt x="42863" y="107156"/>
                </a:lnTo>
                <a:lnTo>
                  <a:pt x="37505" y="107156"/>
                </a:lnTo>
                <a:cubicBezTo>
                  <a:pt x="28631" y="107156"/>
                  <a:pt x="21431" y="114356"/>
                  <a:pt x="21431" y="123230"/>
                </a:cubicBezTo>
                <a:lnTo>
                  <a:pt x="21431" y="144661"/>
                </a:lnTo>
                <a:cubicBezTo>
                  <a:pt x="21431" y="153535"/>
                  <a:pt x="28631" y="160734"/>
                  <a:pt x="37505" y="160734"/>
                </a:cubicBezTo>
                <a:lnTo>
                  <a:pt x="69652" y="160734"/>
                </a:lnTo>
                <a:cubicBezTo>
                  <a:pt x="78525" y="160734"/>
                  <a:pt x="85725" y="153535"/>
                  <a:pt x="85725" y="144661"/>
                </a:cubicBezTo>
                <a:lnTo>
                  <a:pt x="85725" y="123230"/>
                </a:lnTo>
                <a:cubicBezTo>
                  <a:pt x="85725" y="114356"/>
                  <a:pt x="78525" y="107156"/>
                  <a:pt x="69652" y="107156"/>
                </a:cubicBezTo>
                <a:lnTo>
                  <a:pt x="64294" y="107156"/>
                </a:lnTo>
                <a:lnTo>
                  <a:pt x="64294" y="96441"/>
                </a:lnTo>
                <a:lnTo>
                  <a:pt x="128588" y="96441"/>
                </a:lnTo>
                <a:lnTo>
                  <a:pt x="128588" y="107156"/>
                </a:lnTo>
                <a:lnTo>
                  <a:pt x="123230" y="107156"/>
                </a:lnTo>
                <a:cubicBezTo>
                  <a:pt x="114356" y="107156"/>
                  <a:pt x="107156" y="114356"/>
                  <a:pt x="107156" y="123230"/>
                </a:cubicBezTo>
                <a:lnTo>
                  <a:pt x="107156" y="144661"/>
                </a:lnTo>
                <a:cubicBezTo>
                  <a:pt x="107156" y="153535"/>
                  <a:pt x="114356" y="160734"/>
                  <a:pt x="123230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123230"/>
                </a:lnTo>
                <a:cubicBezTo>
                  <a:pt x="171450" y="114356"/>
                  <a:pt x="164250" y="107156"/>
                  <a:pt x="155377" y="107156"/>
                </a:cubicBezTo>
                <a:lnTo>
                  <a:pt x="150019" y="107156"/>
                </a:lnTo>
                <a:lnTo>
                  <a:pt x="150019" y="96441"/>
                </a:lnTo>
                <a:lnTo>
                  <a:pt x="182166" y="96441"/>
                </a:lnTo>
                <a:cubicBezTo>
                  <a:pt x="188093" y="96441"/>
                  <a:pt x="192881" y="91652"/>
                  <a:pt x="192881" y="85725"/>
                </a:cubicBezTo>
                <a:cubicBezTo>
                  <a:pt x="192881" y="79798"/>
                  <a:pt x="188093" y="75009"/>
                  <a:pt x="182166" y="75009"/>
                </a:cubicBezTo>
                <a:lnTo>
                  <a:pt x="107156" y="75009"/>
                </a:lnTo>
                <a:lnTo>
                  <a:pt x="107156" y="64294"/>
                </a:lnTo>
                <a:lnTo>
                  <a:pt x="112514" y="64294"/>
                </a:lnTo>
                <a:cubicBezTo>
                  <a:pt x="121388" y="64294"/>
                  <a:pt x="128588" y="57094"/>
                  <a:pt x="128588" y="48220"/>
                </a:cubicBezTo>
                <a:lnTo>
                  <a:pt x="128588" y="26789"/>
                </a:lnTo>
                <a:cubicBezTo>
                  <a:pt x="128588" y="17915"/>
                  <a:pt x="121388" y="10716"/>
                  <a:pt x="112514" y="10716"/>
                </a:cubicBezTo>
                <a:lnTo>
                  <a:pt x="80367" y="10716"/>
                </a:lnTo>
                <a:close/>
                <a:moveTo>
                  <a:pt x="150019" y="125909"/>
                </a:moveTo>
                <a:lnTo>
                  <a:pt x="152698" y="125909"/>
                </a:lnTo>
                <a:lnTo>
                  <a:pt x="152698" y="141982"/>
                </a:lnTo>
                <a:lnTo>
                  <a:pt x="125909" y="141982"/>
                </a:lnTo>
                <a:lnTo>
                  <a:pt x="125909" y="125909"/>
                </a:lnTo>
                <a:lnTo>
                  <a:pt x="150019" y="125909"/>
                </a:lnTo>
                <a:close/>
                <a:moveTo>
                  <a:pt x="64294" y="125909"/>
                </a:moveTo>
                <a:lnTo>
                  <a:pt x="66973" y="125909"/>
                </a:lnTo>
                <a:lnTo>
                  <a:pt x="66973" y="141982"/>
                </a:lnTo>
                <a:lnTo>
                  <a:pt x="40184" y="141982"/>
                </a:lnTo>
                <a:lnTo>
                  <a:pt x="40184" y="125909"/>
                </a:lnTo>
                <a:lnTo>
                  <a:pt x="64294" y="125909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07733" y="1354455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AGRICULTURE SOLUTION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14312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Mushroom Farm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IoT Platform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01002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Smart Agriculture Solution for Controlled Environment Cultivation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5137785"/>
            <a:ext cx="2141220" cy="464820"/>
          </a:xfrm>
          <a:custGeom>
            <a:avLst/>
            <a:gdLst/>
            <a:ahLst/>
            <a:cxnLst/>
            <a:rect l="l" t="t" r="r" b="b"/>
            <a:pathLst>
              <a:path w="2141220" h="464820">
                <a:moveTo>
                  <a:pt x="114299" y="0"/>
                </a:moveTo>
                <a:lnTo>
                  <a:pt x="2026921" y="0"/>
                </a:lnTo>
                <a:cubicBezTo>
                  <a:pt x="2090046" y="0"/>
                  <a:pt x="2141220" y="51174"/>
                  <a:pt x="2141220" y="114299"/>
                </a:cubicBezTo>
                <a:lnTo>
                  <a:pt x="2141220" y="350521"/>
                </a:lnTo>
                <a:cubicBezTo>
                  <a:pt x="2141220" y="413646"/>
                  <a:pt x="2090046" y="464820"/>
                  <a:pt x="202692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264653">
              <a:alpha val="40000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02932" y="52749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31545" y="5255895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37259" y="5137785"/>
            <a:ext cx="1826895" cy="464820"/>
          </a:xfrm>
          <a:custGeom>
            <a:avLst/>
            <a:gdLst/>
            <a:ahLst/>
            <a:cxnLst/>
            <a:rect l="l" t="t" r="r" b="b"/>
            <a:pathLst>
              <a:path w="1826895" h="464820">
                <a:moveTo>
                  <a:pt x="114299" y="0"/>
                </a:moveTo>
                <a:lnTo>
                  <a:pt x="1712596" y="0"/>
                </a:lnTo>
                <a:cubicBezTo>
                  <a:pt x="1775721" y="0"/>
                  <a:pt x="1826895" y="51174"/>
                  <a:pt x="1826895" y="114299"/>
                </a:cubicBezTo>
                <a:lnTo>
                  <a:pt x="1826895" y="350521"/>
                </a:lnTo>
                <a:cubicBezTo>
                  <a:pt x="1826895" y="413646"/>
                  <a:pt x="1775721" y="464820"/>
                  <a:pt x="1712596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264653">
              <a:alpha val="40000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055382" y="52749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383994" y="5255895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Computing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78956" y="5137785"/>
            <a:ext cx="1703070" cy="464820"/>
          </a:xfrm>
          <a:custGeom>
            <a:avLst/>
            <a:gdLst/>
            <a:ahLst/>
            <a:cxnLst/>
            <a:rect l="l" t="t" r="r" b="b"/>
            <a:pathLst>
              <a:path w="1703070" h="464820">
                <a:moveTo>
                  <a:pt x="114299" y="0"/>
                </a:moveTo>
                <a:lnTo>
                  <a:pt x="1588771" y="0"/>
                </a:lnTo>
                <a:cubicBezTo>
                  <a:pt x="1651896" y="0"/>
                  <a:pt x="1703070" y="51174"/>
                  <a:pt x="1703070" y="114299"/>
                </a:cubicBezTo>
                <a:lnTo>
                  <a:pt x="1703070" y="350521"/>
                </a:lnTo>
                <a:cubicBezTo>
                  <a:pt x="1703070" y="413646"/>
                  <a:pt x="1651896" y="464820"/>
                  <a:pt x="1588771" y="464820"/>
                </a:cubicBezTo>
                <a:lnTo>
                  <a:pt x="114299" y="464820"/>
                </a:lnTo>
                <a:cubicBezTo>
                  <a:pt x="51174" y="464820"/>
                  <a:pt x="0" y="413646"/>
                  <a:pt x="0" y="35052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264653">
              <a:alpha val="40000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208984" y="527494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41672" y="11906"/>
                </a:lnTo>
                <a:cubicBezTo>
                  <a:pt x="71251" y="11906"/>
                  <a:pt x="95250" y="35905"/>
                  <a:pt x="95250" y="65484"/>
                </a:cubicBezTo>
                <a:cubicBezTo>
                  <a:pt x="95250" y="85688"/>
                  <a:pt x="84088" y="103250"/>
                  <a:pt x="67568" y="112402"/>
                </a:cubicBezTo>
                <a:lnTo>
                  <a:pt x="82823" y="163264"/>
                </a:lnTo>
                <a:cubicBezTo>
                  <a:pt x="84720" y="169552"/>
                  <a:pt x="81149" y="176213"/>
                  <a:pt x="74823" y="178073"/>
                </a:cubicBezTo>
                <a:cubicBezTo>
                  <a:pt x="68498" y="179933"/>
                  <a:pt x="61875" y="176399"/>
                  <a:pt x="60015" y="170073"/>
                </a:cubicBezTo>
                <a:lnTo>
                  <a:pt x="44686" y="118988"/>
                </a:lnTo>
                <a:cubicBezTo>
                  <a:pt x="43681" y="119025"/>
                  <a:pt x="42676" y="119063"/>
                  <a:pt x="41672" y="119063"/>
                </a:cubicBezTo>
                <a:lnTo>
                  <a:pt x="23812" y="119063"/>
                </a:lnTo>
                <a:lnTo>
                  <a:pt x="23812" y="166688"/>
                </a:lnTo>
                <a:cubicBezTo>
                  <a:pt x="23812" y="173273"/>
                  <a:pt x="18492" y="178594"/>
                  <a:pt x="11906" y="178594"/>
                </a:cubicBezTo>
                <a:cubicBezTo>
                  <a:pt x="5321" y="178594"/>
                  <a:pt x="0" y="173273"/>
                  <a:pt x="0" y="166688"/>
                </a:cubicBezTo>
                <a:lnTo>
                  <a:pt x="0" y="23812"/>
                </a:lnTo>
                <a:close/>
                <a:moveTo>
                  <a:pt x="23812" y="95250"/>
                </a:moveTo>
                <a:lnTo>
                  <a:pt x="41672" y="95250"/>
                </a:lnTo>
                <a:cubicBezTo>
                  <a:pt x="58117" y="95250"/>
                  <a:pt x="71438" y="81930"/>
                  <a:pt x="71438" y="65484"/>
                </a:cubicBezTo>
                <a:cubicBezTo>
                  <a:pt x="71438" y="49039"/>
                  <a:pt x="58117" y="35719"/>
                  <a:pt x="41672" y="35719"/>
                </a:cubicBezTo>
                <a:lnTo>
                  <a:pt x="23812" y="35719"/>
                </a:lnTo>
                <a:lnTo>
                  <a:pt x="23812" y="95250"/>
                </a:lnTo>
                <a:close/>
                <a:moveTo>
                  <a:pt x="129890" y="83344"/>
                </a:moveTo>
                <a:lnTo>
                  <a:pt x="142875" y="83344"/>
                </a:lnTo>
                <a:cubicBezTo>
                  <a:pt x="149461" y="83344"/>
                  <a:pt x="154781" y="88664"/>
                  <a:pt x="154781" y="95250"/>
                </a:cubicBezTo>
                <a:cubicBezTo>
                  <a:pt x="154781" y="101836"/>
                  <a:pt x="149461" y="107156"/>
                  <a:pt x="142875" y="107156"/>
                </a:cubicBezTo>
                <a:lnTo>
                  <a:pt x="129890" y="107156"/>
                </a:lnTo>
                <a:cubicBezTo>
                  <a:pt x="127211" y="107156"/>
                  <a:pt x="125016" y="109351"/>
                  <a:pt x="125016" y="112030"/>
                </a:cubicBezTo>
                <a:cubicBezTo>
                  <a:pt x="125016" y="114151"/>
                  <a:pt x="126392" y="116012"/>
                  <a:pt x="128401" y="116681"/>
                </a:cubicBezTo>
                <a:lnTo>
                  <a:pt x="146782" y="122597"/>
                </a:lnTo>
                <a:cubicBezTo>
                  <a:pt x="158651" y="126429"/>
                  <a:pt x="166688" y="137443"/>
                  <a:pt x="166688" y="149907"/>
                </a:cubicBezTo>
                <a:cubicBezTo>
                  <a:pt x="166688" y="165757"/>
                  <a:pt x="153851" y="178594"/>
                  <a:pt x="138001" y="178594"/>
                </a:cubicBezTo>
                <a:lnTo>
                  <a:pt x="119063" y="178594"/>
                </a:ln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8001" y="154781"/>
                </a:lnTo>
                <a:cubicBezTo>
                  <a:pt x="140680" y="154781"/>
                  <a:pt x="142875" y="152586"/>
                  <a:pt x="142875" y="149907"/>
                </a:cubicBezTo>
                <a:cubicBezTo>
                  <a:pt x="142875" y="147786"/>
                  <a:pt x="141498" y="145926"/>
                  <a:pt x="139489" y="145256"/>
                </a:cubicBezTo>
                <a:lnTo>
                  <a:pt x="121109" y="139340"/>
                </a:lnTo>
                <a:cubicBezTo>
                  <a:pt x="109240" y="135508"/>
                  <a:pt x="101203" y="124495"/>
                  <a:pt x="101203" y="112030"/>
                </a:cubicBezTo>
                <a:cubicBezTo>
                  <a:pt x="101203" y="96180"/>
                  <a:pt x="114040" y="83344"/>
                  <a:pt x="129890" y="83344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525691" y="5255895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Optimized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10716"/>
                </a:moveTo>
                <a:cubicBezTo>
                  <a:pt x="171450" y="46914"/>
                  <a:pt x="145799" y="77119"/>
                  <a:pt x="111710" y="84185"/>
                </a:cubicBezTo>
                <a:cubicBezTo>
                  <a:pt x="109065" y="64729"/>
                  <a:pt x="100325" y="47216"/>
                  <a:pt x="87433" y="33654"/>
                </a:cubicBezTo>
                <a:cubicBezTo>
                  <a:pt x="100861" y="13395"/>
                  <a:pt x="123866" y="0"/>
                  <a:pt x="150019" y="0"/>
                </a:cubicBezTo>
                <a:lnTo>
                  <a:pt x="160734" y="0"/>
                </a:lnTo>
                <a:cubicBezTo>
                  <a:pt x="166661" y="0"/>
                  <a:pt x="171450" y="4789"/>
                  <a:pt x="171450" y="10716"/>
                </a:cubicBezTo>
                <a:close/>
                <a:moveTo>
                  <a:pt x="0" y="32147"/>
                </a:moveTo>
                <a:cubicBezTo>
                  <a:pt x="0" y="26220"/>
                  <a:pt x="4789" y="21431"/>
                  <a:pt x="10716" y="21431"/>
                </a:cubicBezTo>
                <a:lnTo>
                  <a:pt x="21431" y="21431"/>
                </a:lnTo>
                <a:cubicBezTo>
                  <a:pt x="62854" y="21431"/>
                  <a:pt x="96441" y="55018"/>
                  <a:pt x="96441" y="96441"/>
                </a:cubicBezTo>
                <a:lnTo>
                  <a:pt x="96441" y="160734"/>
                </a:lnTo>
                <a:cubicBezTo>
                  <a:pt x="96441" y="166661"/>
                  <a:pt x="91652" y="171450"/>
                  <a:pt x="85725" y="171450"/>
                </a:cubicBezTo>
                <a:cubicBezTo>
                  <a:pt x="79798" y="171450"/>
                  <a:pt x="75009" y="166661"/>
                  <a:pt x="75009" y="160734"/>
                </a:cubicBezTo>
                <a:lnTo>
                  <a:pt x="75009" y="107156"/>
                </a:lnTo>
                <a:cubicBezTo>
                  <a:pt x="33587" y="107156"/>
                  <a:pt x="0" y="73569"/>
                  <a:pt x="0" y="32147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76300" y="381000"/>
            <a:ext cx="631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Cultivation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71500"/>
            <a:ext cx="639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Mushroom Cultivation: Farm to Harvest Journey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300" y="990600"/>
            <a:ext cx="1101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35-40 day growing cycle with precise environmental control at each phase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1337310"/>
            <a:ext cx="3722370" cy="1417320"/>
          </a:xfrm>
          <a:custGeom>
            <a:avLst/>
            <a:gdLst/>
            <a:ahLst/>
            <a:cxnLst/>
            <a:rect l="l" t="t" r="r" b="b"/>
            <a:pathLst>
              <a:path w="3722370" h="1417320">
                <a:moveTo>
                  <a:pt x="114307" y="0"/>
                </a:moveTo>
                <a:lnTo>
                  <a:pt x="3608063" y="0"/>
                </a:lnTo>
                <a:cubicBezTo>
                  <a:pt x="3671151" y="0"/>
                  <a:pt x="3722370" y="51219"/>
                  <a:pt x="3722370" y="114307"/>
                </a:cubicBezTo>
                <a:lnTo>
                  <a:pt x="3722370" y="1303013"/>
                </a:lnTo>
                <a:cubicBezTo>
                  <a:pt x="3722370" y="1366101"/>
                  <a:pt x="3671151" y="1417320"/>
                  <a:pt x="3608063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4935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0057" y="149352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8220" y="145542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Substrate Preparation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8220" y="172212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1-3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7207" y="20269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21995" y="1988820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Wheat/paddy straw + spawn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7207" y="22555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1995" y="2217420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Pasteurization: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60-65°C for 8-12 hours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7207" y="24841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21995" y="244602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Cooling: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25°C before inoculation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2910" y="1337310"/>
            <a:ext cx="3722370" cy="1417320"/>
          </a:xfrm>
          <a:custGeom>
            <a:avLst/>
            <a:gdLst/>
            <a:ahLst/>
            <a:cxnLst/>
            <a:rect l="l" t="t" r="r" b="b"/>
            <a:pathLst>
              <a:path w="3722370" h="1417320">
                <a:moveTo>
                  <a:pt x="114307" y="0"/>
                </a:moveTo>
                <a:lnTo>
                  <a:pt x="3608063" y="0"/>
                </a:lnTo>
                <a:cubicBezTo>
                  <a:pt x="3671151" y="0"/>
                  <a:pt x="3722370" y="51219"/>
                  <a:pt x="3722370" y="114307"/>
                </a:cubicBezTo>
                <a:lnTo>
                  <a:pt x="3722370" y="1303013"/>
                </a:lnTo>
                <a:cubicBezTo>
                  <a:pt x="3722370" y="1366101"/>
                  <a:pt x="3671151" y="1417320"/>
                  <a:pt x="3608063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351020" y="14935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08158" y="149352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455420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Spawning/Inoculation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172212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65308" y="20269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70095" y="1988820"/>
            <a:ext cx="2171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 Ratio: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10% spawn with substrate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65308" y="22555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0095" y="2217420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Capacity: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500-1000 bags per room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65308" y="24841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0095" y="244602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Move to growing rooms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81010" y="1337310"/>
            <a:ext cx="3722370" cy="1417320"/>
          </a:xfrm>
          <a:custGeom>
            <a:avLst/>
            <a:gdLst/>
            <a:ahLst/>
            <a:cxnLst/>
            <a:rect l="l" t="t" r="r" b="b"/>
            <a:pathLst>
              <a:path w="3722370" h="1417320">
                <a:moveTo>
                  <a:pt x="114307" y="0"/>
                </a:moveTo>
                <a:lnTo>
                  <a:pt x="3608063" y="0"/>
                </a:lnTo>
                <a:cubicBezTo>
                  <a:pt x="3671151" y="0"/>
                  <a:pt x="3722370" y="51219"/>
                  <a:pt x="3722370" y="114307"/>
                </a:cubicBezTo>
                <a:lnTo>
                  <a:pt x="3722370" y="1303013"/>
                </a:lnTo>
                <a:cubicBezTo>
                  <a:pt x="3722370" y="1366101"/>
                  <a:pt x="3671151" y="1417320"/>
                  <a:pt x="3608063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199120" y="14935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156257" y="149352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94420" y="1455420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Spawn Run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94420" y="172212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5-18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34839" y="202692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35719" y="0"/>
                </a:moveTo>
                <a:cubicBezTo>
                  <a:pt x="23887" y="0"/>
                  <a:pt x="14288" y="9599"/>
                  <a:pt x="14288" y="21431"/>
                </a:cubicBezTo>
                <a:lnTo>
                  <a:pt x="14288" y="58199"/>
                </a:lnTo>
                <a:cubicBezTo>
                  <a:pt x="7702" y="64071"/>
                  <a:pt x="3572" y="72643"/>
                  <a:pt x="3572" y="82153"/>
                </a:cubicBezTo>
                <a:cubicBezTo>
                  <a:pt x="3572" y="99901"/>
                  <a:pt x="17971" y="114300"/>
                  <a:pt x="35719" y="114300"/>
                </a:cubicBezTo>
                <a:cubicBezTo>
                  <a:pt x="53467" y="114300"/>
                  <a:pt x="67866" y="99901"/>
                  <a:pt x="67866" y="82153"/>
                </a:cubicBezTo>
                <a:cubicBezTo>
                  <a:pt x="67866" y="72643"/>
                  <a:pt x="63736" y="64071"/>
                  <a:pt x="57150" y="58199"/>
                </a:cubicBezTo>
                <a:lnTo>
                  <a:pt x="57150" y="21431"/>
                </a:lnTo>
                <a:cubicBezTo>
                  <a:pt x="57150" y="9599"/>
                  <a:pt x="47551" y="0"/>
                  <a:pt x="35719" y="0"/>
                </a:cubicBezTo>
                <a:close/>
                <a:moveTo>
                  <a:pt x="50006" y="82153"/>
                </a:moveTo>
                <a:cubicBezTo>
                  <a:pt x="50006" y="90034"/>
                  <a:pt x="43599" y="96441"/>
                  <a:pt x="35719" y="96441"/>
                </a:cubicBezTo>
                <a:cubicBezTo>
                  <a:pt x="27838" y="96441"/>
                  <a:pt x="21431" y="90034"/>
                  <a:pt x="21431" y="82153"/>
                </a:cubicBezTo>
                <a:cubicBezTo>
                  <a:pt x="21431" y="76148"/>
                  <a:pt x="25115" y="71013"/>
                  <a:pt x="30361" y="68915"/>
                </a:cubicBezTo>
                <a:lnTo>
                  <a:pt x="30361" y="48220"/>
                </a:lnTo>
                <a:cubicBezTo>
                  <a:pt x="30361" y="45251"/>
                  <a:pt x="32750" y="42863"/>
                  <a:pt x="35719" y="42863"/>
                </a:cubicBezTo>
                <a:cubicBezTo>
                  <a:pt x="38688" y="42863"/>
                  <a:pt x="41077" y="45251"/>
                  <a:pt x="41077" y="48220"/>
                </a:cubicBezTo>
                <a:lnTo>
                  <a:pt x="41077" y="68915"/>
                </a:lnTo>
                <a:cubicBezTo>
                  <a:pt x="46323" y="71036"/>
                  <a:pt x="50006" y="76170"/>
                  <a:pt x="50006" y="8215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418195" y="198882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24°C (±1°C)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27695" y="225552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42863" y="114300"/>
                </a:moveTo>
                <a:cubicBezTo>
                  <a:pt x="19199" y="114300"/>
                  <a:pt x="0" y="95101"/>
                  <a:pt x="0" y="71438"/>
                </a:cubicBezTo>
                <a:cubicBezTo>
                  <a:pt x="0" y="51078"/>
                  <a:pt x="29066" y="10247"/>
                  <a:pt x="37192" y="-781"/>
                </a:cubicBezTo>
                <a:cubicBezTo>
                  <a:pt x="38509" y="-2567"/>
                  <a:pt x="40585" y="-3572"/>
                  <a:pt x="42818" y="-3572"/>
                </a:cubicBezTo>
                <a:lnTo>
                  <a:pt x="42907" y="-3572"/>
                </a:lnTo>
                <a:cubicBezTo>
                  <a:pt x="45140" y="-3572"/>
                  <a:pt x="47216" y="-2567"/>
                  <a:pt x="48533" y="-781"/>
                </a:cubicBezTo>
                <a:cubicBezTo>
                  <a:pt x="56659" y="10247"/>
                  <a:pt x="85725" y="51078"/>
                  <a:pt x="85725" y="71438"/>
                </a:cubicBezTo>
                <a:cubicBezTo>
                  <a:pt x="85725" y="95101"/>
                  <a:pt x="66526" y="114300"/>
                  <a:pt x="42863" y="114300"/>
                </a:cubicBezTo>
                <a:close/>
                <a:moveTo>
                  <a:pt x="25003" y="69652"/>
                </a:moveTo>
                <a:cubicBezTo>
                  <a:pt x="25003" y="66682"/>
                  <a:pt x="22614" y="64294"/>
                  <a:pt x="19645" y="64294"/>
                </a:cubicBezTo>
                <a:cubicBezTo>
                  <a:pt x="16676" y="64294"/>
                  <a:pt x="14288" y="66682"/>
                  <a:pt x="14288" y="69652"/>
                </a:cubicBezTo>
                <a:cubicBezTo>
                  <a:pt x="14288" y="86417"/>
                  <a:pt x="27883" y="100013"/>
                  <a:pt x="44648" y="100013"/>
                </a:cubicBezTo>
                <a:cubicBezTo>
                  <a:pt x="47618" y="100013"/>
                  <a:pt x="50006" y="97624"/>
                  <a:pt x="50006" y="94655"/>
                </a:cubicBezTo>
                <a:cubicBezTo>
                  <a:pt x="50006" y="91686"/>
                  <a:pt x="47618" y="89297"/>
                  <a:pt x="44648" y="89297"/>
                </a:cubicBezTo>
                <a:cubicBezTo>
                  <a:pt x="33799" y="89297"/>
                  <a:pt x="25003" y="80501"/>
                  <a:pt x="25003" y="69652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418195" y="221742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Humidity: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95% (±2%)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13407" y="24841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ubicBezTo>
                  <a:pt x="0" y="25608"/>
                  <a:pt x="25608" y="0"/>
                  <a:pt x="57150" y="0"/>
                </a:cubicBezTo>
                <a:close/>
                <a:moveTo>
                  <a:pt x="51792" y="26789"/>
                </a:moveTo>
                <a:lnTo>
                  <a:pt x="51792" y="57150"/>
                </a:lnTo>
                <a:cubicBezTo>
                  <a:pt x="51792" y="58936"/>
                  <a:pt x="52685" y="60610"/>
                  <a:pt x="54181" y="61615"/>
                </a:cubicBezTo>
                <a:lnTo>
                  <a:pt x="75612" y="75902"/>
                </a:lnTo>
                <a:cubicBezTo>
                  <a:pt x="78068" y="77554"/>
                  <a:pt x="81394" y="76885"/>
                  <a:pt x="83046" y="74407"/>
                </a:cubicBezTo>
                <a:cubicBezTo>
                  <a:pt x="84698" y="71929"/>
                  <a:pt x="84028" y="68625"/>
                  <a:pt x="81550" y="66973"/>
                </a:cubicBezTo>
                <a:lnTo>
                  <a:pt x="62508" y="54293"/>
                </a:lnTo>
                <a:lnTo>
                  <a:pt x="62508" y="26789"/>
                </a:lnTo>
                <a:cubicBezTo>
                  <a:pt x="62508" y="23820"/>
                  <a:pt x="60119" y="21431"/>
                  <a:pt x="57150" y="21431"/>
                </a:cubicBezTo>
                <a:cubicBezTo>
                  <a:pt x="54181" y="21431"/>
                  <a:pt x="51792" y="23820"/>
                  <a:pt x="51792" y="2678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418195" y="244602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14 days button, 10 days oyster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4810" y="2876550"/>
            <a:ext cx="3722370" cy="1769745"/>
          </a:xfrm>
          <a:custGeom>
            <a:avLst/>
            <a:gdLst/>
            <a:ahLst/>
            <a:cxnLst/>
            <a:rect l="l" t="t" r="r" b="b"/>
            <a:pathLst>
              <a:path w="3722370" h="1769745">
                <a:moveTo>
                  <a:pt x="114308" y="0"/>
                </a:moveTo>
                <a:lnTo>
                  <a:pt x="3608062" y="0"/>
                </a:lnTo>
                <a:cubicBezTo>
                  <a:pt x="3671193" y="0"/>
                  <a:pt x="3722370" y="51177"/>
                  <a:pt x="3722370" y="114308"/>
                </a:cubicBezTo>
                <a:lnTo>
                  <a:pt x="3722370" y="1655437"/>
                </a:lnTo>
                <a:cubicBezTo>
                  <a:pt x="3722370" y="1718568"/>
                  <a:pt x="3671193" y="1769745"/>
                  <a:pt x="3608062" y="1769745"/>
                </a:cubicBezTo>
                <a:lnTo>
                  <a:pt x="114308" y="1769745"/>
                </a:lnTo>
                <a:cubicBezTo>
                  <a:pt x="51177" y="1769745"/>
                  <a:pt x="0" y="1718568"/>
                  <a:pt x="0" y="165543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02920" y="30327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60057" y="303276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8220" y="2994660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98220" y="326136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19-21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17207" y="35661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1904" y="1161"/>
                </a:moveTo>
                <a:cubicBezTo>
                  <a:pt x="55230" y="-380"/>
                  <a:pt x="59070" y="-380"/>
                  <a:pt x="62396" y="1161"/>
                </a:cubicBezTo>
                <a:lnTo>
                  <a:pt x="111197" y="23708"/>
                </a:lnTo>
                <a:cubicBezTo>
                  <a:pt x="113094" y="24579"/>
                  <a:pt x="114300" y="26477"/>
                  <a:pt x="114300" y="28575"/>
                </a:cubicBezTo>
                <a:cubicBezTo>
                  <a:pt x="114300" y="30673"/>
                  <a:pt x="113094" y="32571"/>
                  <a:pt x="111197" y="33442"/>
                </a:cubicBezTo>
                <a:lnTo>
                  <a:pt x="62396" y="55989"/>
                </a:lnTo>
                <a:cubicBezTo>
                  <a:pt x="59070" y="57530"/>
                  <a:pt x="55230" y="57530"/>
                  <a:pt x="51904" y="55989"/>
                </a:cubicBezTo>
                <a:lnTo>
                  <a:pt x="3103" y="33442"/>
                </a:lnTo>
                <a:cubicBezTo>
                  <a:pt x="1206" y="32549"/>
                  <a:pt x="0" y="30651"/>
                  <a:pt x="0" y="28575"/>
                </a:cubicBezTo>
                <a:cubicBezTo>
                  <a:pt x="0" y="26499"/>
                  <a:pt x="1206" y="24579"/>
                  <a:pt x="3103" y="23708"/>
                </a:cubicBezTo>
                <a:lnTo>
                  <a:pt x="51904" y="1161"/>
                </a:lnTo>
                <a:close/>
                <a:moveTo>
                  <a:pt x="10738" y="48756"/>
                </a:moveTo>
                <a:lnTo>
                  <a:pt x="47417" y="65700"/>
                </a:lnTo>
                <a:cubicBezTo>
                  <a:pt x="53600" y="68558"/>
                  <a:pt x="60722" y="68558"/>
                  <a:pt x="66906" y="65700"/>
                </a:cubicBezTo>
                <a:lnTo>
                  <a:pt x="103584" y="48756"/>
                </a:lnTo>
                <a:lnTo>
                  <a:pt x="111197" y="52283"/>
                </a:lnTo>
                <a:cubicBezTo>
                  <a:pt x="113094" y="53154"/>
                  <a:pt x="114300" y="55052"/>
                  <a:pt x="114300" y="57150"/>
                </a:cubicBezTo>
                <a:cubicBezTo>
                  <a:pt x="114300" y="59248"/>
                  <a:pt x="113094" y="61146"/>
                  <a:pt x="111197" y="62017"/>
                </a:cubicBezTo>
                <a:lnTo>
                  <a:pt x="62396" y="84564"/>
                </a:lnTo>
                <a:cubicBezTo>
                  <a:pt x="59070" y="86105"/>
                  <a:pt x="55230" y="86105"/>
                  <a:pt x="51904" y="84564"/>
                </a:cubicBezTo>
                <a:lnTo>
                  <a:pt x="3103" y="62017"/>
                </a:lnTo>
                <a:cubicBezTo>
                  <a:pt x="1206" y="61124"/>
                  <a:pt x="0" y="59226"/>
                  <a:pt x="0" y="57150"/>
                </a:cubicBezTo>
                <a:cubicBezTo>
                  <a:pt x="0" y="55074"/>
                  <a:pt x="1206" y="53154"/>
                  <a:pt x="3103" y="52283"/>
                </a:cubicBezTo>
                <a:lnTo>
                  <a:pt x="10716" y="48756"/>
                </a:lnTo>
                <a:close/>
                <a:moveTo>
                  <a:pt x="3103" y="80858"/>
                </a:moveTo>
                <a:lnTo>
                  <a:pt x="10716" y="77331"/>
                </a:lnTo>
                <a:lnTo>
                  <a:pt x="47394" y="94275"/>
                </a:lnTo>
                <a:cubicBezTo>
                  <a:pt x="53578" y="97133"/>
                  <a:pt x="60700" y="97133"/>
                  <a:pt x="66883" y="94275"/>
                </a:cubicBezTo>
                <a:lnTo>
                  <a:pt x="103562" y="77331"/>
                </a:lnTo>
                <a:lnTo>
                  <a:pt x="111175" y="80858"/>
                </a:lnTo>
                <a:cubicBezTo>
                  <a:pt x="113072" y="81729"/>
                  <a:pt x="114278" y="83627"/>
                  <a:pt x="114278" y="85725"/>
                </a:cubicBezTo>
                <a:cubicBezTo>
                  <a:pt x="114278" y="87823"/>
                  <a:pt x="113072" y="89721"/>
                  <a:pt x="111175" y="90592"/>
                </a:cubicBezTo>
                <a:lnTo>
                  <a:pt x="62374" y="113139"/>
                </a:lnTo>
                <a:cubicBezTo>
                  <a:pt x="59048" y="114680"/>
                  <a:pt x="55208" y="114680"/>
                  <a:pt x="51881" y="113139"/>
                </a:cubicBezTo>
                <a:lnTo>
                  <a:pt x="3103" y="90592"/>
                </a:lnTo>
                <a:cubicBezTo>
                  <a:pt x="1206" y="89699"/>
                  <a:pt x="0" y="87801"/>
                  <a:pt x="0" y="85725"/>
                </a:cubicBezTo>
                <a:cubicBezTo>
                  <a:pt x="0" y="83649"/>
                  <a:pt x="1206" y="81729"/>
                  <a:pt x="3103" y="8085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21995" y="352806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Material: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Peat moss/coco peat top layer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38639" y="3794760"/>
            <a:ext cx="71438" cy="114300"/>
          </a:xfrm>
          <a:custGeom>
            <a:avLst/>
            <a:gdLst/>
            <a:ahLst/>
            <a:cxnLst/>
            <a:rect l="l" t="t" r="r" b="b"/>
            <a:pathLst>
              <a:path w="71438" h="114300">
                <a:moveTo>
                  <a:pt x="35719" y="0"/>
                </a:moveTo>
                <a:cubicBezTo>
                  <a:pt x="23887" y="0"/>
                  <a:pt x="14288" y="9599"/>
                  <a:pt x="14288" y="21431"/>
                </a:cubicBezTo>
                <a:lnTo>
                  <a:pt x="14288" y="58199"/>
                </a:lnTo>
                <a:cubicBezTo>
                  <a:pt x="7702" y="64071"/>
                  <a:pt x="3572" y="72643"/>
                  <a:pt x="3572" y="82153"/>
                </a:cubicBezTo>
                <a:cubicBezTo>
                  <a:pt x="3572" y="99901"/>
                  <a:pt x="17971" y="114300"/>
                  <a:pt x="35719" y="114300"/>
                </a:cubicBezTo>
                <a:cubicBezTo>
                  <a:pt x="53467" y="114300"/>
                  <a:pt x="67866" y="99901"/>
                  <a:pt x="67866" y="82153"/>
                </a:cubicBezTo>
                <a:cubicBezTo>
                  <a:pt x="67866" y="72643"/>
                  <a:pt x="63736" y="64071"/>
                  <a:pt x="57150" y="58199"/>
                </a:cubicBezTo>
                <a:lnTo>
                  <a:pt x="57150" y="21431"/>
                </a:lnTo>
                <a:cubicBezTo>
                  <a:pt x="57150" y="9599"/>
                  <a:pt x="47551" y="0"/>
                  <a:pt x="35719" y="0"/>
                </a:cubicBezTo>
                <a:close/>
                <a:moveTo>
                  <a:pt x="50006" y="82153"/>
                </a:moveTo>
                <a:cubicBezTo>
                  <a:pt x="50006" y="90034"/>
                  <a:pt x="43599" y="96441"/>
                  <a:pt x="35719" y="96441"/>
                </a:cubicBezTo>
                <a:cubicBezTo>
                  <a:pt x="27838" y="96441"/>
                  <a:pt x="21431" y="90034"/>
                  <a:pt x="21431" y="82153"/>
                </a:cubicBezTo>
                <a:cubicBezTo>
                  <a:pt x="21431" y="76148"/>
                  <a:pt x="25115" y="71013"/>
                  <a:pt x="30361" y="68915"/>
                </a:cubicBezTo>
                <a:lnTo>
                  <a:pt x="30361" y="48220"/>
                </a:lnTo>
                <a:cubicBezTo>
                  <a:pt x="30361" y="45251"/>
                  <a:pt x="32750" y="42863"/>
                  <a:pt x="35719" y="42863"/>
                </a:cubicBezTo>
                <a:cubicBezTo>
                  <a:pt x="38688" y="42863"/>
                  <a:pt x="41077" y="45251"/>
                  <a:pt x="41077" y="48220"/>
                </a:cubicBezTo>
                <a:lnTo>
                  <a:pt x="41077" y="68915"/>
                </a:lnTo>
                <a:cubicBezTo>
                  <a:pt x="46323" y="71036"/>
                  <a:pt x="50006" y="76170"/>
                  <a:pt x="50006" y="8215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21995" y="375666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24°C, 95% humidity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17207" y="40233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0006" y="35719"/>
                </a:moveTo>
                <a:cubicBezTo>
                  <a:pt x="50006" y="31776"/>
                  <a:pt x="53207" y="28575"/>
                  <a:pt x="57150" y="28575"/>
                </a:cubicBezTo>
                <a:cubicBezTo>
                  <a:pt x="61093" y="28575"/>
                  <a:pt x="64294" y="31776"/>
                  <a:pt x="64294" y="35719"/>
                </a:cubicBezTo>
                <a:cubicBezTo>
                  <a:pt x="64294" y="39661"/>
                  <a:pt x="61093" y="42863"/>
                  <a:pt x="57150" y="42863"/>
                </a:cubicBezTo>
                <a:cubicBezTo>
                  <a:pt x="53207" y="42863"/>
                  <a:pt x="50006" y="39661"/>
                  <a:pt x="50006" y="35719"/>
                </a:cubicBezTo>
                <a:close/>
                <a:moveTo>
                  <a:pt x="48220" y="50006"/>
                </a:moveTo>
                <a:lnTo>
                  <a:pt x="58936" y="50006"/>
                </a:lnTo>
                <a:cubicBezTo>
                  <a:pt x="61905" y="50006"/>
                  <a:pt x="64294" y="52395"/>
                  <a:pt x="64294" y="55364"/>
                </a:cubicBezTo>
                <a:lnTo>
                  <a:pt x="64294" y="75009"/>
                </a:lnTo>
                <a:lnTo>
                  <a:pt x="66080" y="75009"/>
                </a:lnTo>
                <a:cubicBezTo>
                  <a:pt x="69049" y="75009"/>
                  <a:pt x="71438" y="77398"/>
                  <a:pt x="71438" y="80367"/>
                </a:cubicBezTo>
                <a:cubicBezTo>
                  <a:pt x="71438" y="83336"/>
                  <a:pt x="69049" y="85725"/>
                  <a:pt x="66080" y="85725"/>
                </a:cubicBezTo>
                <a:lnTo>
                  <a:pt x="48220" y="85725"/>
                </a:lnTo>
                <a:cubicBezTo>
                  <a:pt x="45251" y="85725"/>
                  <a:pt x="42863" y="83336"/>
                  <a:pt x="42863" y="80367"/>
                </a:cubicBezTo>
                <a:cubicBezTo>
                  <a:pt x="42863" y="77398"/>
                  <a:pt x="45251" y="75009"/>
                  <a:pt x="48220" y="75009"/>
                </a:cubicBezTo>
                <a:lnTo>
                  <a:pt x="53578" y="75009"/>
                </a:lnTo>
                <a:lnTo>
                  <a:pt x="53578" y="60722"/>
                </a:lnTo>
                <a:lnTo>
                  <a:pt x="48220" y="60722"/>
                </a:lnTo>
                <a:cubicBezTo>
                  <a:pt x="45251" y="60722"/>
                  <a:pt x="42863" y="58333"/>
                  <a:pt x="42863" y="55364"/>
                </a:cubicBezTo>
                <a:cubicBezTo>
                  <a:pt x="42863" y="52395"/>
                  <a:pt x="45251" y="50006"/>
                  <a:pt x="48220" y="5000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21995" y="3985260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Button mushrooms only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232910" y="2876550"/>
            <a:ext cx="3722370" cy="1769745"/>
          </a:xfrm>
          <a:custGeom>
            <a:avLst/>
            <a:gdLst/>
            <a:ahLst/>
            <a:cxnLst/>
            <a:rect l="l" t="t" r="r" b="b"/>
            <a:pathLst>
              <a:path w="3722370" h="1769745">
                <a:moveTo>
                  <a:pt x="114308" y="0"/>
                </a:moveTo>
                <a:lnTo>
                  <a:pt x="3608062" y="0"/>
                </a:lnTo>
                <a:cubicBezTo>
                  <a:pt x="3671193" y="0"/>
                  <a:pt x="3722370" y="51177"/>
                  <a:pt x="3722370" y="114308"/>
                </a:cubicBezTo>
                <a:lnTo>
                  <a:pt x="3722370" y="1655437"/>
                </a:lnTo>
                <a:cubicBezTo>
                  <a:pt x="3722370" y="1718568"/>
                  <a:pt x="3671193" y="1769745"/>
                  <a:pt x="3608062" y="1769745"/>
                </a:cubicBezTo>
                <a:lnTo>
                  <a:pt x="114308" y="1769745"/>
                </a:lnTo>
                <a:cubicBezTo>
                  <a:pt x="51177" y="1769745"/>
                  <a:pt x="0" y="1718568"/>
                  <a:pt x="0" y="165543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351020" y="30327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308158" y="303276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846320" y="2994660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Pinning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846320" y="326136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22-25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365308" y="35661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21431" y="21431"/>
                </a:moveTo>
                <a:cubicBezTo>
                  <a:pt x="21431" y="9599"/>
                  <a:pt x="31031" y="0"/>
                  <a:pt x="42863" y="0"/>
                </a:cubicBezTo>
                <a:cubicBezTo>
                  <a:pt x="54694" y="0"/>
                  <a:pt x="64294" y="9599"/>
                  <a:pt x="64294" y="21431"/>
                </a:cubicBezTo>
                <a:lnTo>
                  <a:pt x="64294" y="58199"/>
                </a:lnTo>
                <a:cubicBezTo>
                  <a:pt x="70879" y="64093"/>
                  <a:pt x="75009" y="72643"/>
                  <a:pt x="75009" y="82153"/>
                </a:cubicBezTo>
                <a:cubicBezTo>
                  <a:pt x="75009" y="99901"/>
                  <a:pt x="60610" y="114300"/>
                  <a:pt x="42863" y="114300"/>
                </a:cubicBezTo>
                <a:cubicBezTo>
                  <a:pt x="25115" y="114300"/>
                  <a:pt x="10716" y="99901"/>
                  <a:pt x="10716" y="82153"/>
                </a:cubicBezTo>
                <a:cubicBezTo>
                  <a:pt x="10716" y="72643"/>
                  <a:pt x="14846" y="64071"/>
                  <a:pt x="21431" y="58199"/>
                </a:cubicBezTo>
                <a:lnTo>
                  <a:pt x="21431" y="21431"/>
                </a:lnTo>
                <a:close/>
                <a:moveTo>
                  <a:pt x="42863" y="96441"/>
                </a:moveTo>
                <a:cubicBezTo>
                  <a:pt x="50743" y="96441"/>
                  <a:pt x="57150" y="90034"/>
                  <a:pt x="57150" y="82153"/>
                </a:cubicBezTo>
                <a:cubicBezTo>
                  <a:pt x="57150" y="76148"/>
                  <a:pt x="53467" y="71013"/>
                  <a:pt x="48220" y="68915"/>
                </a:cubicBezTo>
                <a:lnTo>
                  <a:pt x="48220" y="62508"/>
                </a:lnTo>
                <a:cubicBezTo>
                  <a:pt x="48220" y="59539"/>
                  <a:pt x="45832" y="57150"/>
                  <a:pt x="42863" y="57150"/>
                </a:cubicBezTo>
                <a:cubicBezTo>
                  <a:pt x="39893" y="57150"/>
                  <a:pt x="37505" y="59539"/>
                  <a:pt x="37505" y="62508"/>
                </a:cubicBezTo>
                <a:lnTo>
                  <a:pt x="37505" y="68915"/>
                </a:lnTo>
                <a:cubicBezTo>
                  <a:pt x="32258" y="71036"/>
                  <a:pt x="28575" y="76170"/>
                  <a:pt x="28575" y="82153"/>
                </a:cubicBezTo>
                <a:cubicBezTo>
                  <a:pt x="28575" y="90034"/>
                  <a:pt x="34982" y="96441"/>
                  <a:pt x="42863" y="96441"/>
                </a:cubicBezTo>
                <a:close/>
                <a:moveTo>
                  <a:pt x="103584" y="17859"/>
                </a:moveTo>
                <a:cubicBezTo>
                  <a:pt x="103584" y="13917"/>
                  <a:pt x="100383" y="10716"/>
                  <a:pt x="96441" y="10716"/>
                </a:cubicBezTo>
                <a:cubicBezTo>
                  <a:pt x="92498" y="10716"/>
                  <a:pt x="89297" y="13917"/>
                  <a:pt x="89297" y="17859"/>
                </a:cubicBezTo>
                <a:cubicBezTo>
                  <a:pt x="89297" y="21802"/>
                  <a:pt x="92498" y="25003"/>
                  <a:pt x="96441" y="25003"/>
                </a:cubicBezTo>
                <a:cubicBezTo>
                  <a:pt x="100383" y="25003"/>
                  <a:pt x="103584" y="21802"/>
                  <a:pt x="103584" y="17859"/>
                </a:cubicBezTo>
                <a:close/>
                <a:moveTo>
                  <a:pt x="78581" y="17859"/>
                </a:moveTo>
                <a:cubicBezTo>
                  <a:pt x="78581" y="8003"/>
                  <a:pt x="86584" y="0"/>
                  <a:pt x="96441" y="0"/>
                </a:cubicBezTo>
                <a:cubicBezTo>
                  <a:pt x="106297" y="0"/>
                  <a:pt x="114300" y="8003"/>
                  <a:pt x="114300" y="17859"/>
                </a:cubicBezTo>
                <a:cubicBezTo>
                  <a:pt x="114300" y="27716"/>
                  <a:pt x="106297" y="35719"/>
                  <a:pt x="96441" y="35719"/>
                </a:cubicBezTo>
                <a:cubicBezTo>
                  <a:pt x="86584" y="35719"/>
                  <a:pt x="78581" y="27716"/>
                  <a:pt x="78581" y="1785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570095" y="352806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 drop to 16°C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365308" y="37947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64294" y="7144"/>
                </a:moveTo>
                <a:cubicBezTo>
                  <a:pt x="64294" y="11095"/>
                  <a:pt x="67486" y="14288"/>
                  <a:pt x="71438" y="14288"/>
                </a:cubicBezTo>
                <a:lnTo>
                  <a:pt x="80367" y="14288"/>
                </a:lnTo>
                <a:cubicBezTo>
                  <a:pt x="83336" y="14288"/>
                  <a:pt x="85725" y="16676"/>
                  <a:pt x="85725" y="19645"/>
                </a:cubicBezTo>
                <a:cubicBezTo>
                  <a:pt x="85725" y="22614"/>
                  <a:pt x="83336" y="25003"/>
                  <a:pt x="80367" y="25003"/>
                </a:cubicBezTo>
                <a:lnTo>
                  <a:pt x="7144" y="25003"/>
                </a:lnTo>
                <a:cubicBezTo>
                  <a:pt x="3192" y="25003"/>
                  <a:pt x="0" y="28195"/>
                  <a:pt x="0" y="32147"/>
                </a:cubicBezTo>
                <a:cubicBezTo>
                  <a:pt x="0" y="36098"/>
                  <a:pt x="3192" y="39291"/>
                  <a:pt x="7144" y="39291"/>
                </a:cubicBezTo>
                <a:lnTo>
                  <a:pt x="80367" y="39291"/>
                </a:lnTo>
                <a:cubicBezTo>
                  <a:pt x="91217" y="39291"/>
                  <a:pt x="100013" y="30495"/>
                  <a:pt x="100013" y="19645"/>
                </a:cubicBezTo>
                <a:cubicBezTo>
                  <a:pt x="100013" y="8796"/>
                  <a:pt x="91217" y="0"/>
                  <a:pt x="80367" y="0"/>
                </a:cubicBezTo>
                <a:lnTo>
                  <a:pt x="71438" y="0"/>
                </a:lnTo>
                <a:cubicBezTo>
                  <a:pt x="67486" y="0"/>
                  <a:pt x="64294" y="3192"/>
                  <a:pt x="64294" y="7144"/>
                </a:cubicBezTo>
                <a:close/>
                <a:moveTo>
                  <a:pt x="78581" y="85725"/>
                </a:moveTo>
                <a:cubicBezTo>
                  <a:pt x="78581" y="89676"/>
                  <a:pt x="81774" y="92869"/>
                  <a:pt x="85725" y="92869"/>
                </a:cubicBezTo>
                <a:lnTo>
                  <a:pt x="92869" y="92869"/>
                </a:lnTo>
                <a:cubicBezTo>
                  <a:pt x="104701" y="92869"/>
                  <a:pt x="114300" y="83269"/>
                  <a:pt x="114300" y="71438"/>
                </a:cubicBezTo>
                <a:cubicBezTo>
                  <a:pt x="114300" y="59606"/>
                  <a:pt x="104701" y="50006"/>
                  <a:pt x="92869" y="50006"/>
                </a:cubicBez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92869" y="64294"/>
                </a:lnTo>
                <a:cubicBezTo>
                  <a:pt x="96820" y="64294"/>
                  <a:pt x="100013" y="67486"/>
                  <a:pt x="100013" y="71438"/>
                </a:cubicBezTo>
                <a:cubicBezTo>
                  <a:pt x="100013" y="75389"/>
                  <a:pt x="96820" y="78581"/>
                  <a:pt x="92869" y="78581"/>
                </a:cubicBezTo>
                <a:lnTo>
                  <a:pt x="85725" y="78581"/>
                </a:lnTo>
                <a:cubicBezTo>
                  <a:pt x="81774" y="78581"/>
                  <a:pt x="78581" y="81774"/>
                  <a:pt x="78581" y="85725"/>
                </a:cubicBezTo>
                <a:close/>
                <a:moveTo>
                  <a:pt x="28575" y="114300"/>
                </a:moveTo>
                <a:lnTo>
                  <a:pt x="37505" y="114300"/>
                </a:lnTo>
                <a:cubicBezTo>
                  <a:pt x="48354" y="114300"/>
                  <a:pt x="57150" y="105504"/>
                  <a:pt x="57150" y="94655"/>
                </a:cubicBezTo>
                <a:cubicBezTo>
                  <a:pt x="57150" y="83805"/>
                  <a:pt x="48354" y="75009"/>
                  <a:pt x="37505" y="75009"/>
                </a:cubicBezTo>
                <a:lnTo>
                  <a:pt x="7144" y="75009"/>
                </a:lnTo>
                <a:cubicBezTo>
                  <a:pt x="3192" y="75009"/>
                  <a:pt x="0" y="78202"/>
                  <a:pt x="0" y="82153"/>
                </a:cubicBezTo>
                <a:cubicBezTo>
                  <a:pt x="0" y="86105"/>
                  <a:pt x="3192" y="89297"/>
                  <a:pt x="7144" y="89297"/>
                </a:cubicBezTo>
                <a:lnTo>
                  <a:pt x="37505" y="89297"/>
                </a:lnTo>
                <a:cubicBezTo>
                  <a:pt x="40474" y="89297"/>
                  <a:pt x="42863" y="91686"/>
                  <a:pt x="42863" y="94655"/>
                </a:cubicBezTo>
                <a:cubicBezTo>
                  <a:pt x="42863" y="97624"/>
                  <a:pt x="40474" y="100013"/>
                  <a:pt x="37505" y="100013"/>
                </a:cubicBezTo>
                <a:lnTo>
                  <a:pt x="28575" y="100013"/>
                </a:lnTo>
                <a:cubicBezTo>
                  <a:pt x="24624" y="100013"/>
                  <a:pt x="21431" y="103205"/>
                  <a:pt x="21431" y="107156"/>
                </a:cubicBezTo>
                <a:cubicBezTo>
                  <a:pt x="21431" y="111108"/>
                  <a:pt x="24624" y="114300"/>
                  <a:pt x="28575" y="11430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570095" y="375666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Ventilation: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Increase, reduce CO₂ to 800-1000ppm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358164" y="402336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4294" y="7144"/>
                </a:moveTo>
                <a:cubicBezTo>
                  <a:pt x="46256" y="7144"/>
                  <a:pt x="31812" y="15359"/>
                  <a:pt x="21297" y="25137"/>
                </a:cubicBezTo>
                <a:cubicBezTo>
                  <a:pt x="10850" y="34848"/>
                  <a:pt x="3862" y="46434"/>
                  <a:pt x="536" y="54404"/>
                </a:cubicBezTo>
                <a:cubicBezTo>
                  <a:pt x="-201" y="56168"/>
                  <a:pt x="-201" y="58132"/>
                  <a:pt x="536" y="59896"/>
                </a:cubicBezTo>
                <a:cubicBezTo>
                  <a:pt x="3862" y="67866"/>
                  <a:pt x="10850" y="79474"/>
                  <a:pt x="21297" y="89163"/>
                </a:cubicBezTo>
                <a:cubicBezTo>
                  <a:pt x="31812" y="98919"/>
                  <a:pt x="46256" y="107156"/>
                  <a:pt x="64294" y="107156"/>
                </a:cubicBezTo>
                <a:cubicBezTo>
                  <a:pt x="82332" y="107156"/>
                  <a:pt x="96775" y="98941"/>
                  <a:pt x="107290" y="89163"/>
                </a:cubicBezTo>
                <a:cubicBezTo>
                  <a:pt x="117738" y="79452"/>
                  <a:pt x="124725" y="67866"/>
                  <a:pt x="128052" y="59896"/>
                </a:cubicBezTo>
                <a:cubicBezTo>
                  <a:pt x="128788" y="58132"/>
                  <a:pt x="128788" y="56168"/>
                  <a:pt x="128052" y="54404"/>
                </a:cubicBezTo>
                <a:cubicBezTo>
                  <a:pt x="124725" y="46434"/>
                  <a:pt x="117738" y="34826"/>
                  <a:pt x="107290" y="25137"/>
                </a:cubicBezTo>
                <a:cubicBezTo>
                  <a:pt x="96775" y="15381"/>
                  <a:pt x="82332" y="7144"/>
                  <a:pt x="64294" y="7144"/>
                </a:cubicBezTo>
                <a:close/>
                <a:moveTo>
                  <a:pt x="32147" y="57150"/>
                </a:moveTo>
                <a:cubicBezTo>
                  <a:pt x="32147" y="39408"/>
                  <a:pt x="46551" y="25003"/>
                  <a:pt x="64294" y="25003"/>
                </a:cubicBezTo>
                <a:cubicBezTo>
                  <a:pt x="82036" y="25003"/>
                  <a:pt x="96441" y="39408"/>
                  <a:pt x="96441" y="57150"/>
                </a:cubicBezTo>
                <a:cubicBezTo>
                  <a:pt x="96441" y="74892"/>
                  <a:pt x="82036" y="89297"/>
                  <a:pt x="64294" y="89297"/>
                </a:cubicBezTo>
                <a:cubicBezTo>
                  <a:pt x="46551" y="89297"/>
                  <a:pt x="32147" y="74892"/>
                  <a:pt x="32147" y="57150"/>
                </a:cubicBezTo>
                <a:close/>
                <a:moveTo>
                  <a:pt x="64294" y="42863"/>
                </a:moveTo>
                <a:cubicBezTo>
                  <a:pt x="64294" y="50743"/>
                  <a:pt x="57887" y="57150"/>
                  <a:pt x="50006" y="57150"/>
                </a:cubicBezTo>
                <a:cubicBezTo>
                  <a:pt x="47439" y="57150"/>
                  <a:pt x="45028" y="56480"/>
                  <a:pt x="42929" y="55275"/>
                </a:cubicBezTo>
                <a:cubicBezTo>
                  <a:pt x="42706" y="57708"/>
                  <a:pt x="42907" y="60208"/>
                  <a:pt x="43577" y="62686"/>
                </a:cubicBezTo>
                <a:cubicBezTo>
                  <a:pt x="46635" y="74116"/>
                  <a:pt x="58400" y="80903"/>
                  <a:pt x="69830" y="77845"/>
                </a:cubicBezTo>
                <a:cubicBezTo>
                  <a:pt x="81260" y="74786"/>
                  <a:pt x="88047" y="63021"/>
                  <a:pt x="84988" y="51591"/>
                </a:cubicBezTo>
                <a:cubicBezTo>
                  <a:pt x="82265" y="41389"/>
                  <a:pt x="72598" y="34893"/>
                  <a:pt x="62419" y="35786"/>
                </a:cubicBezTo>
                <a:cubicBezTo>
                  <a:pt x="63602" y="37862"/>
                  <a:pt x="64294" y="40273"/>
                  <a:pt x="64294" y="4286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570095" y="398526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pins: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Appear in 3-4 days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081010" y="2876550"/>
            <a:ext cx="3722370" cy="1769745"/>
          </a:xfrm>
          <a:custGeom>
            <a:avLst/>
            <a:gdLst/>
            <a:ahLst/>
            <a:cxnLst/>
            <a:rect l="l" t="t" r="r" b="b"/>
            <a:pathLst>
              <a:path w="3722370" h="1769745">
                <a:moveTo>
                  <a:pt x="114308" y="0"/>
                </a:moveTo>
                <a:lnTo>
                  <a:pt x="3608062" y="0"/>
                </a:lnTo>
                <a:cubicBezTo>
                  <a:pt x="3671193" y="0"/>
                  <a:pt x="3722370" y="51177"/>
                  <a:pt x="3722370" y="114308"/>
                </a:cubicBezTo>
                <a:lnTo>
                  <a:pt x="3722370" y="1655437"/>
                </a:lnTo>
                <a:cubicBezTo>
                  <a:pt x="3722370" y="1718568"/>
                  <a:pt x="3671193" y="1769745"/>
                  <a:pt x="3608062" y="1769745"/>
                </a:cubicBezTo>
                <a:lnTo>
                  <a:pt x="114308" y="1769745"/>
                </a:lnTo>
                <a:cubicBezTo>
                  <a:pt x="51177" y="1769745"/>
                  <a:pt x="0" y="1718568"/>
                  <a:pt x="0" y="165543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264653">
                  <a:alpha val="30000"/>
                </a:srgbClr>
              </a:gs>
            </a:gsLst>
            <a:lin ang="270000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8199120" y="30327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156257" y="303276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694420" y="299466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Fruiting &amp; Harvest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694420" y="326136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26-40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13407" y="35661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4288" y="14288"/>
                </a:moveTo>
                <a:cubicBezTo>
                  <a:pt x="14288" y="10336"/>
                  <a:pt x="11095" y="7144"/>
                  <a:pt x="7144" y="7144"/>
                </a:cubicBezTo>
                <a:cubicBezTo>
                  <a:pt x="3192" y="7144"/>
                  <a:pt x="0" y="10336"/>
                  <a:pt x="0" y="14288"/>
                </a:cubicBezTo>
                <a:lnTo>
                  <a:pt x="0" y="89297"/>
                </a:lnTo>
                <a:cubicBezTo>
                  <a:pt x="0" y="99164"/>
                  <a:pt x="7992" y="107156"/>
                  <a:pt x="17859" y="107156"/>
                </a:cubicBezTo>
                <a:lnTo>
                  <a:pt x="107156" y="107156"/>
                </a:lnTo>
                <a:cubicBezTo>
                  <a:pt x="111108" y="107156"/>
                  <a:pt x="114300" y="103964"/>
                  <a:pt x="114300" y="100013"/>
                </a:cubicBezTo>
                <a:cubicBezTo>
                  <a:pt x="114300" y="96061"/>
                  <a:pt x="111108" y="92869"/>
                  <a:pt x="107156" y="92869"/>
                </a:cubicBezTo>
                <a:lnTo>
                  <a:pt x="17859" y="92869"/>
                </a:lnTo>
                <a:cubicBezTo>
                  <a:pt x="15895" y="92869"/>
                  <a:pt x="14288" y="91261"/>
                  <a:pt x="14288" y="89297"/>
                </a:cubicBezTo>
                <a:lnTo>
                  <a:pt x="14288" y="14288"/>
                </a:lnTo>
                <a:close/>
                <a:moveTo>
                  <a:pt x="105058" y="33620"/>
                </a:moveTo>
                <a:cubicBezTo>
                  <a:pt x="107848" y="30830"/>
                  <a:pt x="107848" y="26298"/>
                  <a:pt x="105058" y="23507"/>
                </a:cubicBezTo>
                <a:cubicBezTo>
                  <a:pt x="102267" y="20717"/>
                  <a:pt x="97735" y="20717"/>
                  <a:pt x="94945" y="23507"/>
                </a:cubicBezTo>
                <a:lnTo>
                  <a:pt x="71438" y="47037"/>
                </a:lnTo>
                <a:lnTo>
                  <a:pt x="58623" y="34245"/>
                </a:lnTo>
                <a:cubicBezTo>
                  <a:pt x="55833" y="31455"/>
                  <a:pt x="51301" y="31455"/>
                  <a:pt x="48511" y="34245"/>
                </a:cubicBezTo>
                <a:lnTo>
                  <a:pt x="27079" y="55677"/>
                </a:lnTo>
                <a:cubicBezTo>
                  <a:pt x="24289" y="58467"/>
                  <a:pt x="24289" y="62999"/>
                  <a:pt x="27079" y="65789"/>
                </a:cubicBezTo>
                <a:cubicBezTo>
                  <a:pt x="29870" y="68580"/>
                  <a:pt x="34402" y="68580"/>
                  <a:pt x="37192" y="65789"/>
                </a:cubicBezTo>
                <a:lnTo>
                  <a:pt x="53578" y="49403"/>
                </a:lnTo>
                <a:lnTo>
                  <a:pt x="66392" y="62218"/>
                </a:lnTo>
                <a:cubicBezTo>
                  <a:pt x="69183" y="65008"/>
                  <a:pt x="73715" y="65008"/>
                  <a:pt x="76505" y="62218"/>
                </a:cubicBezTo>
                <a:lnTo>
                  <a:pt x="105080" y="33643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8418195" y="352806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1st Flush: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7 days (70% yield)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13407" y="37947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4288" y="14288"/>
                </a:moveTo>
                <a:cubicBezTo>
                  <a:pt x="14288" y="10336"/>
                  <a:pt x="11095" y="7144"/>
                  <a:pt x="7144" y="7144"/>
                </a:cubicBezTo>
                <a:cubicBezTo>
                  <a:pt x="3192" y="7144"/>
                  <a:pt x="0" y="10336"/>
                  <a:pt x="0" y="14288"/>
                </a:cubicBezTo>
                <a:lnTo>
                  <a:pt x="0" y="89297"/>
                </a:lnTo>
                <a:cubicBezTo>
                  <a:pt x="0" y="99164"/>
                  <a:pt x="7992" y="107156"/>
                  <a:pt x="17859" y="107156"/>
                </a:cubicBezTo>
                <a:lnTo>
                  <a:pt x="107156" y="107156"/>
                </a:lnTo>
                <a:cubicBezTo>
                  <a:pt x="111108" y="107156"/>
                  <a:pt x="114300" y="103964"/>
                  <a:pt x="114300" y="100013"/>
                </a:cubicBezTo>
                <a:cubicBezTo>
                  <a:pt x="114300" y="96061"/>
                  <a:pt x="111108" y="92869"/>
                  <a:pt x="107156" y="92869"/>
                </a:cubicBezTo>
                <a:lnTo>
                  <a:pt x="17859" y="92869"/>
                </a:lnTo>
                <a:cubicBezTo>
                  <a:pt x="15895" y="92869"/>
                  <a:pt x="14288" y="91261"/>
                  <a:pt x="14288" y="89297"/>
                </a:cubicBezTo>
                <a:lnTo>
                  <a:pt x="14288" y="14288"/>
                </a:lnTo>
                <a:close/>
                <a:moveTo>
                  <a:pt x="105058" y="33620"/>
                </a:moveTo>
                <a:cubicBezTo>
                  <a:pt x="107848" y="30830"/>
                  <a:pt x="107848" y="26298"/>
                  <a:pt x="105058" y="23507"/>
                </a:cubicBezTo>
                <a:cubicBezTo>
                  <a:pt x="102267" y="20717"/>
                  <a:pt x="97735" y="20717"/>
                  <a:pt x="94945" y="23507"/>
                </a:cubicBezTo>
                <a:lnTo>
                  <a:pt x="71438" y="47037"/>
                </a:lnTo>
                <a:lnTo>
                  <a:pt x="58623" y="34245"/>
                </a:lnTo>
                <a:cubicBezTo>
                  <a:pt x="55833" y="31455"/>
                  <a:pt x="51301" y="31455"/>
                  <a:pt x="48511" y="34245"/>
                </a:cubicBezTo>
                <a:lnTo>
                  <a:pt x="27079" y="55677"/>
                </a:lnTo>
                <a:cubicBezTo>
                  <a:pt x="24289" y="58467"/>
                  <a:pt x="24289" y="62999"/>
                  <a:pt x="27079" y="65789"/>
                </a:cubicBezTo>
                <a:cubicBezTo>
                  <a:pt x="29870" y="68580"/>
                  <a:pt x="34402" y="68580"/>
                  <a:pt x="37192" y="65789"/>
                </a:cubicBezTo>
                <a:lnTo>
                  <a:pt x="53578" y="49403"/>
                </a:lnTo>
                <a:lnTo>
                  <a:pt x="66392" y="62218"/>
                </a:lnTo>
                <a:cubicBezTo>
                  <a:pt x="69183" y="65008"/>
                  <a:pt x="73715" y="65008"/>
                  <a:pt x="76505" y="62218"/>
                </a:cubicBezTo>
                <a:lnTo>
                  <a:pt x="105080" y="33643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418195" y="3756660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2nd Flush: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7 days (20% yield)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13407" y="40233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4288" y="14288"/>
                </a:moveTo>
                <a:cubicBezTo>
                  <a:pt x="14288" y="10336"/>
                  <a:pt x="11095" y="7144"/>
                  <a:pt x="7144" y="7144"/>
                </a:cubicBezTo>
                <a:cubicBezTo>
                  <a:pt x="3192" y="7144"/>
                  <a:pt x="0" y="10336"/>
                  <a:pt x="0" y="14288"/>
                </a:cubicBezTo>
                <a:lnTo>
                  <a:pt x="0" y="89297"/>
                </a:lnTo>
                <a:cubicBezTo>
                  <a:pt x="0" y="99164"/>
                  <a:pt x="7992" y="107156"/>
                  <a:pt x="17859" y="107156"/>
                </a:cubicBezTo>
                <a:lnTo>
                  <a:pt x="107156" y="107156"/>
                </a:lnTo>
                <a:cubicBezTo>
                  <a:pt x="111108" y="107156"/>
                  <a:pt x="114300" y="103964"/>
                  <a:pt x="114300" y="100013"/>
                </a:cubicBezTo>
                <a:cubicBezTo>
                  <a:pt x="114300" y="96061"/>
                  <a:pt x="111108" y="92869"/>
                  <a:pt x="107156" y="92869"/>
                </a:cubicBezTo>
                <a:lnTo>
                  <a:pt x="17859" y="92869"/>
                </a:lnTo>
                <a:cubicBezTo>
                  <a:pt x="15895" y="92869"/>
                  <a:pt x="14288" y="91261"/>
                  <a:pt x="14288" y="89297"/>
                </a:cubicBezTo>
                <a:lnTo>
                  <a:pt x="14288" y="14288"/>
                </a:lnTo>
                <a:close/>
                <a:moveTo>
                  <a:pt x="105058" y="33620"/>
                </a:moveTo>
                <a:cubicBezTo>
                  <a:pt x="107848" y="30830"/>
                  <a:pt x="107848" y="26298"/>
                  <a:pt x="105058" y="23507"/>
                </a:cubicBezTo>
                <a:cubicBezTo>
                  <a:pt x="102267" y="20717"/>
                  <a:pt x="97735" y="20717"/>
                  <a:pt x="94945" y="23507"/>
                </a:cubicBezTo>
                <a:lnTo>
                  <a:pt x="71438" y="47037"/>
                </a:lnTo>
                <a:lnTo>
                  <a:pt x="58623" y="34245"/>
                </a:lnTo>
                <a:cubicBezTo>
                  <a:pt x="55833" y="31455"/>
                  <a:pt x="51301" y="31455"/>
                  <a:pt x="48511" y="34245"/>
                </a:cubicBezTo>
                <a:lnTo>
                  <a:pt x="27079" y="55677"/>
                </a:lnTo>
                <a:cubicBezTo>
                  <a:pt x="24289" y="58467"/>
                  <a:pt x="24289" y="62999"/>
                  <a:pt x="27079" y="65789"/>
                </a:cubicBezTo>
                <a:cubicBezTo>
                  <a:pt x="29870" y="68580"/>
                  <a:pt x="34402" y="68580"/>
                  <a:pt x="37192" y="65789"/>
                </a:cubicBezTo>
                <a:lnTo>
                  <a:pt x="53578" y="49403"/>
                </a:lnTo>
                <a:lnTo>
                  <a:pt x="66392" y="62218"/>
                </a:lnTo>
                <a:cubicBezTo>
                  <a:pt x="69183" y="65008"/>
                  <a:pt x="73715" y="65008"/>
                  <a:pt x="76505" y="62218"/>
                </a:cubicBezTo>
                <a:lnTo>
                  <a:pt x="105080" y="33643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8418195" y="398526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3rd Flush: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7 days (10% yield)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99120" y="4255770"/>
            <a:ext cx="3486150" cy="7620"/>
          </a:xfrm>
          <a:custGeom>
            <a:avLst/>
            <a:gdLst/>
            <a:ahLst/>
            <a:cxnLst/>
            <a:rect l="l" t="t" r="r" b="b"/>
            <a:pathLst>
              <a:path w="3486150" h="7620">
                <a:moveTo>
                  <a:pt x="0" y="0"/>
                </a:moveTo>
                <a:lnTo>
                  <a:pt x="3486150" y="0"/>
                </a:lnTo>
                <a:lnTo>
                  <a:pt x="34861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165782" y="4335781"/>
            <a:ext cx="3552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Total: 35-40 days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84810" y="4728210"/>
            <a:ext cx="2760345" cy="617220"/>
          </a:xfrm>
          <a:custGeom>
            <a:avLst/>
            <a:gdLst/>
            <a:ahLst/>
            <a:cxnLst/>
            <a:rect l="l" t="t" r="r" b="b"/>
            <a:pathLst>
              <a:path w="2760345" h="617220">
                <a:moveTo>
                  <a:pt x="76202" y="0"/>
                </a:moveTo>
                <a:lnTo>
                  <a:pt x="2684143" y="0"/>
                </a:lnTo>
                <a:cubicBezTo>
                  <a:pt x="2726228" y="0"/>
                  <a:pt x="2760345" y="34117"/>
                  <a:pt x="2760345" y="76202"/>
                </a:cubicBezTo>
                <a:lnTo>
                  <a:pt x="2760345" y="541018"/>
                </a:lnTo>
                <a:cubicBezTo>
                  <a:pt x="2760345" y="583103"/>
                  <a:pt x="2726228" y="617220"/>
                  <a:pt x="26841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4653">
              <a:alpha val="40000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436245" y="4808220"/>
            <a:ext cx="2657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Duration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421957" y="4998601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35-40 Days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3270885" y="4728210"/>
            <a:ext cx="2760345" cy="617220"/>
          </a:xfrm>
          <a:custGeom>
            <a:avLst/>
            <a:gdLst/>
            <a:ahLst/>
            <a:cxnLst/>
            <a:rect l="l" t="t" r="r" b="b"/>
            <a:pathLst>
              <a:path w="2760345" h="617220">
                <a:moveTo>
                  <a:pt x="76202" y="0"/>
                </a:moveTo>
                <a:lnTo>
                  <a:pt x="2684143" y="0"/>
                </a:lnTo>
                <a:cubicBezTo>
                  <a:pt x="2726228" y="0"/>
                  <a:pt x="2760345" y="34117"/>
                  <a:pt x="2760345" y="76202"/>
                </a:cubicBezTo>
                <a:lnTo>
                  <a:pt x="2760345" y="541018"/>
                </a:lnTo>
                <a:cubicBezTo>
                  <a:pt x="2760345" y="583103"/>
                  <a:pt x="2726228" y="617220"/>
                  <a:pt x="26841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4653">
              <a:alpha val="40000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3322320" y="4808220"/>
            <a:ext cx="2657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Stages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3308033" y="4998601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 Phases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156960" y="4728210"/>
            <a:ext cx="2760345" cy="617220"/>
          </a:xfrm>
          <a:custGeom>
            <a:avLst/>
            <a:gdLst/>
            <a:ahLst/>
            <a:cxnLst/>
            <a:rect l="l" t="t" r="r" b="b"/>
            <a:pathLst>
              <a:path w="2760345" h="617220">
                <a:moveTo>
                  <a:pt x="76202" y="0"/>
                </a:moveTo>
                <a:lnTo>
                  <a:pt x="2684143" y="0"/>
                </a:lnTo>
                <a:cubicBezTo>
                  <a:pt x="2726228" y="0"/>
                  <a:pt x="2760345" y="34117"/>
                  <a:pt x="2760345" y="76202"/>
                </a:cubicBezTo>
                <a:lnTo>
                  <a:pt x="2760345" y="541018"/>
                </a:lnTo>
                <a:cubicBezTo>
                  <a:pt x="2760345" y="583103"/>
                  <a:pt x="2726228" y="617220"/>
                  <a:pt x="26841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4653">
              <a:alpha val="40000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6208395" y="4808220"/>
            <a:ext cx="2657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Harvest Flushes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194107" y="4998601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 Cycles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9043035" y="4728210"/>
            <a:ext cx="2760345" cy="617220"/>
          </a:xfrm>
          <a:custGeom>
            <a:avLst/>
            <a:gdLst/>
            <a:ahLst/>
            <a:cxnLst/>
            <a:rect l="l" t="t" r="r" b="b"/>
            <a:pathLst>
              <a:path w="2760345" h="617220">
                <a:moveTo>
                  <a:pt x="76202" y="0"/>
                </a:moveTo>
                <a:lnTo>
                  <a:pt x="2684143" y="0"/>
                </a:lnTo>
                <a:cubicBezTo>
                  <a:pt x="2726228" y="0"/>
                  <a:pt x="2760345" y="34117"/>
                  <a:pt x="2760345" y="76202"/>
                </a:cubicBezTo>
                <a:lnTo>
                  <a:pt x="2760345" y="541018"/>
                </a:lnTo>
                <a:cubicBezTo>
                  <a:pt x="2760345" y="583103"/>
                  <a:pt x="2726228" y="617220"/>
                  <a:pt x="268414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64653">
              <a:alpha val="40000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9094470" y="4808220"/>
            <a:ext cx="2657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Distribution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9080182" y="4998601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70% | 20% | 10%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88156" y="561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3578" y="48220"/>
                </a:moveTo>
                <a:cubicBezTo>
                  <a:pt x="53578" y="21599"/>
                  <a:pt x="75177" y="0"/>
                  <a:pt x="101798" y="0"/>
                </a:cubicBezTo>
                <a:cubicBezTo>
                  <a:pt x="104745" y="0"/>
                  <a:pt x="107156" y="2411"/>
                  <a:pt x="107156" y="5358"/>
                </a:cubicBezTo>
                <a:lnTo>
                  <a:pt x="107156" y="56324"/>
                </a:lnTo>
                <a:cubicBezTo>
                  <a:pt x="112179" y="54549"/>
                  <a:pt x="117604" y="53578"/>
                  <a:pt x="123230" y="53578"/>
                </a:cubicBezTo>
                <a:cubicBezTo>
                  <a:pt x="149851" y="53578"/>
                  <a:pt x="171450" y="75177"/>
                  <a:pt x="171450" y="101798"/>
                </a:cubicBezTo>
                <a:cubicBezTo>
                  <a:pt x="171450" y="104745"/>
                  <a:pt x="169039" y="107156"/>
                  <a:pt x="166092" y="107156"/>
                </a:cubicBezTo>
                <a:lnTo>
                  <a:pt x="115126" y="107156"/>
                </a:lnTo>
                <a:cubicBezTo>
                  <a:pt x="116901" y="112179"/>
                  <a:pt x="117872" y="117604"/>
                  <a:pt x="117872" y="123230"/>
                </a:cubicBezTo>
                <a:cubicBezTo>
                  <a:pt x="117872" y="149851"/>
                  <a:pt x="96273" y="171450"/>
                  <a:pt x="69652" y="171450"/>
                </a:cubicBezTo>
                <a:cubicBezTo>
                  <a:pt x="66705" y="171450"/>
                  <a:pt x="64294" y="169039"/>
                  <a:pt x="64294" y="166092"/>
                </a:cubicBezTo>
                <a:lnTo>
                  <a:pt x="64294" y="115126"/>
                </a:lnTo>
                <a:cubicBezTo>
                  <a:pt x="59271" y="116901"/>
                  <a:pt x="53846" y="117872"/>
                  <a:pt x="48220" y="117872"/>
                </a:cubicBezTo>
                <a:cubicBezTo>
                  <a:pt x="21599" y="117872"/>
                  <a:pt x="0" y="96273"/>
                  <a:pt x="0" y="69652"/>
                </a:cubicBezTo>
                <a:cubicBezTo>
                  <a:pt x="0" y="66705"/>
                  <a:pt x="2411" y="64294"/>
                  <a:pt x="5358" y="64294"/>
                </a:cubicBezTo>
                <a:lnTo>
                  <a:pt x="56324" y="64294"/>
                </a:lnTo>
                <a:cubicBezTo>
                  <a:pt x="54549" y="59271"/>
                  <a:pt x="53578" y="53846"/>
                  <a:pt x="53578" y="48220"/>
                </a:cubicBezTo>
                <a:close/>
                <a:moveTo>
                  <a:pt x="85725" y="96441"/>
                </a:moveTo>
                <a:cubicBezTo>
                  <a:pt x="91639" y="96441"/>
                  <a:pt x="96441" y="91639"/>
                  <a:pt x="96441" y="85725"/>
                </a:cubicBezTo>
                <a:cubicBezTo>
                  <a:pt x="96441" y="79811"/>
                  <a:pt x="91639" y="75009"/>
                  <a:pt x="85725" y="75009"/>
                </a:cubicBezTo>
                <a:cubicBezTo>
                  <a:pt x="79811" y="75009"/>
                  <a:pt x="75009" y="79811"/>
                  <a:pt x="75009" y="85725"/>
                </a:cubicBezTo>
                <a:cubicBezTo>
                  <a:pt x="75009" y="91639"/>
                  <a:pt x="79811" y="96441"/>
                  <a:pt x="85725" y="96441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76300" y="381000"/>
            <a:ext cx="617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 Control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71500"/>
            <a:ext cx="624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Climate Control Specifications per Cycle Phase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300" y="990600"/>
            <a:ext cx="1101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AHU (Air Handling Unit) requirements optimized for each growth stage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1375410"/>
            <a:ext cx="11418570" cy="2560320"/>
          </a:xfrm>
          <a:custGeom>
            <a:avLst/>
            <a:gdLst/>
            <a:ahLst/>
            <a:cxnLst/>
            <a:rect l="l" t="t" r="r" b="b"/>
            <a:pathLst>
              <a:path w="11418570" h="2560320">
                <a:moveTo>
                  <a:pt x="114293" y="0"/>
                </a:moveTo>
                <a:lnTo>
                  <a:pt x="11304277" y="0"/>
                </a:lnTo>
                <a:cubicBezTo>
                  <a:pt x="11367399" y="0"/>
                  <a:pt x="11418570" y="51171"/>
                  <a:pt x="11418570" y="114293"/>
                </a:cubicBezTo>
                <a:lnTo>
                  <a:pt x="11418570" y="2446027"/>
                </a:lnTo>
                <a:cubicBezTo>
                  <a:pt x="11418570" y="2509149"/>
                  <a:pt x="11367399" y="2560320"/>
                  <a:pt x="11304277" y="2560320"/>
                </a:cubicBezTo>
                <a:lnTo>
                  <a:pt x="114293" y="2560320"/>
                </a:lnTo>
                <a:cubicBezTo>
                  <a:pt x="51171" y="2560320"/>
                  <a:pt x="0" y="2509149"/>
                  <a:pt x="0" y="24460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64653">
              <a:alpha val="20000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" y="1379220"/>
          <a:ext cx="11410950" cy="2552700"/>
        </p:xfrm>
        <a:graphic>
          <a:graphicData uri="http://schemas.openxmlformats.org/drawingml/2006/table">
            <a:tbl>
              <a:tblPr/>
              <a:tblGrid>
                <a:gridCol w="2581275"/>
                <a:gridCol w="1914525"/>
                <a:gridCol w="1638300"/>
                <a:gridCol w="1657350"/>
                <a:gridCol w="2181225"/>
                <a:gridCol w="1438275"/>
              </a:tblGrid>
              <a:tr h="42545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9C4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Growth Stage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9C4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Temperature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9C4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Humidity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9C4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CO₂ (ppm)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9C4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Air Changes/Hr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9C46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Fresh Air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>
                        <a:alpha val="20000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Spawn Run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24°C (±1°C)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95% (±2%)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1-2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Minimal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Casing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24°C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2-3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Pinning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16°C (±0.5°C)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4-6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Fruiting (1st Flush)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16°C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6-8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Fruiting (2nd/3rd)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2400" marR="1524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15-17°C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80-85%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6-8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F5F5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84810" y="4095750"/>
            <a:ext cx="5627370" cy="2331720"/>
          </a:xfrm>
          <a:custGeom>
            <a:avLst/>
            <a:gdLst/>
            <a:ahLst/>
            <a:cxnLst/>
            <a:rect l="l" t="t" r="r" b="b"/>
            <a:pathLst>
              <a:path w="5627370" h="2331720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2217419"/>
                </a:lnTo>
                <a:cubicBezTo>
                  <a:pt x="5627370" y="2280546"/>
                  <a:pt x="5576196" y="2331720"/>
                  <a:pt x="5513069" y="2331720"/>
                </a:cubicBezTo>
                <a:lnTo>
                  <a:pt x="114301" y="2331720"/>
                </a:lnTo>
                <a:cubicBezTo>
                  <a:pt x="51174" y="2331720"/>
                  <a:pt x="0" y="2280546"/>
                  <a:pt x="0" y="22174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3401" y="429958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60095" y="425196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AHU Components Required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0070" y="467106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5061" y="0"/>
                </a:moveTo>
                <a:cubicBezTo>
                  <a:pt x="75061" y="-4610"/>
                  <a:pt x="71337" y="-8334"/>
                  <a:pt x="66727" y="-8334"/>
                </a:cubicBezTo>
                <a:cubicBezTo>
                  <a:pt x="62117" y="-8334"/>
                  <a:pt x="58393" y="-4610"/>
                  <a:pt x="58393" y="0"/>
                </a:cubicBezTo>
                <a:lnTo>
                  <a:pt x="58393" y="16174"/>
                </a:lnTo>
                <a:lnTo>
                  <a:pt x="54486" y="12267"/>
                </a:lnTo>
                <a:cubicBezTo>
                  <a:pt x="52038" y="9819"/>
                  <a:pt x="48079" y="9819"/>
                  <a:pt x="45657" y="12267"/>
                </a:cubicBezTo>
                <a:cubicBezTo>
                  <a:pt x="43235" y="14715"/>
                  <a:pt x="43209" y="18674"/>
                  <a:pt x="45657" y="21096"/>
                </a:cubicBezTo>
                <a:lnTo>
                  <a:pt x="58419" y="33858"/>
                </a:lnTo>
                <a:lnTo>
                  <a:pt x="58419" y="52246"/>
                </a:lnTo>
                <a:lnTo>
                  <a:pt x="42479" y="43052"/>
                </a:lnTo>
                <a:lnTo>
                  <a:pt x="37817" y="25628"/>
                </a:lnTo>
                <a:cubicBezTo>
                  <a:pt x="36932" y="22294"/>
                  <a:pt x="33494" y="20315"/>
                  <a:pt x="30160" y="21201"/>
                </a:cubicBezTo>
                <a:cubicBezTo>
                  <a:pt x="26826" y="22086"/>
                  <a:pt x="24821" y="25524"/>
                  <a:pt x="25706" y="28858"/>
                </a:cubicBezTo>
                <a:lnTo>
                  <a:pt x="27139" y="34197"/>
                </a:lnTo>
                <a:lnTo>
                  <a:pt x="13153" y="26123"/>
                </a:lnTo>
                <a:cubicBezTo>
                  <a:pt x="9168" y="23831"/>
                  <a:pt x="4063" y="25185"/>
                  <a:pt x="1771" y="29170"/>
                </a:cubicBezTo>
                <a:cubicBezTo>
                  <a:pt x="-521" y="33155"/>
                  <a:pt x="833" y="38260"/>
                  <a:pt x="4818" y="40552"/>
                </a:cubicBezTo>
                <a:lnTo>
                  <a:pt x="18804" y="48626"/>
                </a:lnTo>
                <a:lnTo>
                  <a:pt x="13465" y="50058"/>
                </a:lnTo>
                <a:cubicBezTo>
                  <a:pt x="10131" y="50944"/>
                  <a:pt x="8152" y="54382"/>
                  <a:pt x="9038" y="57716"/>
                </a:cubicBezTo>
                <a:cubicBezTo>
                  <a:pt x="9923" y="61049"/>
                  <a:pt x="13361" y="63029"/>
                  <a:pt x="16695" y="62143"/>
                </a:cubicBezTo>
                <a:lnTo>
                  <a:pt x="34119" y="57481"/>
                </a:lnTo>
                <a:lnTo>
                  <a:pt x="50058" y="66675"/>
                </a:lnTo>
                <a:lnTo>
                  <a:pt x="34119" y="75869"/>
                </a:lnTo>
                <a:lnTo>
                  <a:pt x="16695" y="71207"/>
                </a:lnTo>
                <a:cubicBezTo>
                  <a:pt x="13361" y="70321"/>
                  <a:pt x="9923" y="72301"/>
                  <a:pt x="9038" y="75634"/>
                </a:cubicBezTo>
                <a:cubicBezTo>
                  <a:pt x="8152" y="78968"/>
                  <a:pt x="10131" y="82406"/>
                  <a:pt x="13465" y="83292"/>
                </a:cubicBezTo>
                <a:lnTo>
                  <a:pt x="18804" y="84724"/>
                </a:lnTo>
                <a:lnTo>
                  <a:pt x="4818" y="92798"/>
                </a:lnTo>
                <a:cubicBezTo>
                  <a:pt x="833" y="95090"/>
                  <a:pt x="-521" y="100195"/>
                  <a:pt x="1771" y="104180"/>
                </a:cubicBezTo>
                <a:cubicBezTo>
                  <a:pt x="4063" y="108165"/>
                  <a:pt x="9168" y="109545"/>
                  <a:pt x="13153" y="107227"/>
                </a:cubicBezTo>
                <a:lnTo>
                  <a:pt x="27139" y="99153"/>
                </a:lnTo>
                <a:lnTo>
                  <a:pt x="25706" y="104492"/>
                </a:lnTo>
                <a:cubicBezTo>
                  <a:pt x="24821" y="107826"/>
                  <a:pt x="26800" y="111264"/>
                  <a:pt x="30134" y="112149"/>
                </a:cubicBezTo>
                <a:cubicBezTo>
                  <a:pt x="33468" y="113035"/>
                  <a:pt x="36906" y="111056"/>
                  <a:pt x="37791" y="107722"/>
                </a:cubicBezTo>
                <a:lnTo>
                  <a:pt x="42453" y="90298"/>
                </a:lnTo>
                <a:lnTo>
                  <a:pt x="58393" y="81104"/>
                </a:lnTo>
                <a:lnTo>
                  <a:pt x="58393" y="99492"/>
                </a:lnTo>
                <a:lnTo>
                  <a:pt x="45631" y="112254"/>
                </a:lnTo>
                <a:cubicBezTo>
                  <a:pt x="43182" y="114702"/>
                  <a:pt x="43182" y="118661"/>
                  <a:pt x="45631" y="121083"/>
                </a:cubicBezTo>
                <a:cubicBezTo>
                  <a:pt x="48079" y="123505"/>
                  <a:pt x="52038" y="123531"/>
                  <a:pt x="54460" y="121083"/>
                </a:cubicBezTo>
                <a:lnTo>
                  <a:pt x="58367" y="117176"/>
                </a:lnTo>
                <a:lnTo>
                  <a:pt x="58367" y="133350"/>
                </a:lnTo>
                <a:cubicBezTo>
                  <a:pt x="58367" y="137960"/>
                  <a:pt x="62091" y="141684"/>
                  <a:pt x="66701" y="141684"/>
                </a:cubicBezTo>
                <a:cubicBezTo>
                  <a:pt x="71311" y="141684"/>
                  <a:pt x="75035" y="137960"/>
                  <a:pt x="75035" y="133350"/>
                </a:cubicBezTo>
                <a:lnTo>
                  <a:pt x="75035" y="117176"/>
                </a:lnTo>
                <a:lnTo>
                  <a:pt x="78942" y="121083"/>
                </a:lnTo>
                <a:cubicBezTo>
                  <a:pt x="81390" y="123531"/>
                  <a:pt x="85349" y="123531"/>
                  <a:pt x="87771" y="121083"/>
                </a:cubicBezTo>
                <a:cubicBezTo>
                  <a:pt x="90194" y="118635"/>
                  <a:pt x="90220" y="114676"/>
                  <a:pt x="87771" y="112254"/>
                </a:cubicBezTo>
                <a:lnTo>
                  <a:pt x="75009" y="99492"/>
                </a:lnTo>
                <a:lnTo>
                  <a:pt x="75009" y="81104"/>
                </a:lnTo>
                <a:lnTo>
                  <a:pt x="90949" y="90298"/>
                </a:lnTo>
                <a:lnTo>
                  <a:pt x="95611" y="107722"/>
                </a:lnTo>
                <a:cubicBezTo>
                  <a:pt x="96496" y="111056"/>
                  <a:pt x="99934" y="113035"/>
                  <a:pt x="103268" y="112149"/>
                </a:cubicBezTo>
                <a:cubicBezTo>
                  <a:pt x="106602" y="111264"/>
                  <a:pt x="108581" y="107826"/>
                  <a:pt x="107696" y="104492"/>
                </a:cubicBezTo>
                <a:lnTo>
                  <a:pt x="106263" y="99153"/>
                </a:lnTo>
                <a:lnTo>
                  <a:pt x="120249" y="107227"/>
                </a:lnTo>
                <a:cubicBezTo>
                  <a:pt x="124234" y="109519"/>
                  <a:pt x="129339" y="108165"/>
                  <a:pt x="131631" y="104180"/>
                </a:cubicBezTo>
                <a:cubicBezTo>
                  <a:pt x="133923" y="100195"/>
                  <a:pt x="132569" y="95090"/>
                  <a:pt x="128584" y="92798"/>
                </a:cubicBezTo>
                <a:lnTo>
                  <a:pt x="114598" y="84724"/>
                </a:lnTo>
                <a:lnTo>
                  <a:pt x="119937" y="83292"/>
                </a:lnTo>
                <a:cubicBezTo>
                  <a:pt x="123271" y="82406"/>
                  <a:pt x="125250" y="78968"/>
                  <a:pt x="124365" y="75634"/>
                </a:cubicBezTo>
                <a:cubicBezTo>
                  <a:pt x="123479" y="72301"/>
                  <a:pt x="120041" y="70321"/>
                  <a:pt x="116707" y="71207"/>
                </a:cubicBezTo>
                <a:lnTo>
                  <a:pt x="99283" y="75869"/>
                </a:lnTo>
                <a:lnTo>
                  <a:pt x="83344" y="66675"/>
                </a:lnTo>
                <a:lnTo>
                  <a:pt x="99283" y="57481"/>
                </a:lnTo>
                <a:lnTo>
                  <a:pt x="116707" y="62143"/>
                </a:lnTo>
                <a:cubicBezTo>
                  <a:pt x="120041" y="63029"/>
                  <a:pt x="123479" y="61049"/>
                  <a:pt x="124365" y="57716"/>
                </a:cubicBezTo>
                <a:cubicBezTo>
                  <a:pt x="125250" y="54382"/>
                  <a:pt x="123271" y="50944"/>
                  <a:pt x="119937" y="50058"/>
                </a:cubicBezTo>
                <a:lnTo>
                  <a:pt x="114598" y="48626"/>
                </a:lnTo>
                <a:lnTo>
                  <a:pt x="128584" y="40552"/>
                </a:lnTo>
                <a:cubicBezTo>
                  <a:pt x="132569" y="38260"/>
                  <a:pt x="133949" y="33155"/>
                  <a:pt x="131631" y="29170"/>
                </a:cubicBezTo>
                <a:cubicBezTo>
                  <a:pt x="129313" y="25185"/>
                  <a:pt x="124234" y="23831"/>
                  <a:pt x="120249" y="26123"/>
                </a:cubicBezTo>
                <a:lnTo>
                  <a:pt x="106263" y="34197"/>
                </a:lnTo>
                <a:lnTo>
                  <a:pt x="107696" y="28858"/>
                </a:lnTo>
                <a:cubicBezTo>
                  <a:pt x="108581" y="25524"/>
                  <a:pt x="106602" y="22086"/>
                  <a:pt x="103268" y="21201"/>
                </a:cubicBezTo>
                <a:cubicBezTo>
                  <a:pt x="99934" y="20315"/>
                  <a:pt x="96496" y="22294"/>
                  <a:pt x="95611" y="25628"/>
                </a:cubicBezTo>
                <a:lnTo>
                  <a:pt x="90949" y="43052"/>
                </a:lnTo>
                <a:lnTo>
                  <a:pt x="75009" y="52246"/>
                </a:lnTo>
                <a:lnTo>
                  <a:pt x="75009" y="33858"/>
                </a:lnTo>
                <a:lnTo>
                  <a:pt x="87771" y="21096"/>
                </a:lnTo>
                <a:cubicBezTo>
                  <a:pt x="90220" y="18648"/>
                  <a:pt x="90220" y="14689"/>
                  <a:pt x="87771" y="12267"/>
                </a:cubicBezTo>
                <a:cubicBezTo>
                  <a:pt x="85323" y="9845"/>
                  <a:pt x="81364" y="9819"/>
                  <a:pt x="78942" y="12267"/>
                </a:cubicBezTo>
                <a:lnTo>
                  <a:pt x="75035" y="16174"/>
                </a:lnTo>
                <a:lnTo>
                  <a:pt x="75035" y="0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83908" y="4632960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Cooling coils (chilled water/DX)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3269" y="467106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0006" y="133350"/>
                </a:moveTo>
                <a:cubicBezTo>
                  <a:pt x="22399" y="133350"/>
                  <a:pt x="0" y="110951"/>
                  <a:pt x="0" y="83344"/>
                </a:cubicBezTo>
                <a:cubicBezTo>
                  <a:pt x="0" y="59591"/>
                  <a:pt x="33910" y="11955"/>
                  <a:pt x="43391" y="-912"/>
                </a:cubicBezTo>
                <a:cubicBezTo>
                  <a:pt x="44927" y="-2995"/>
                  <a:pt x="47350" y="-4167"/>
                  <a:pt x="49954" y="-4167"/>
                </a:cubicBezTo>
                <a:lnTo>
                  <a:pt x="50058" y="-4167"/>
                </a:lnTo>
                <a:cubicBezTo>
                  <a:pt x="52663" y="-4167"/>
                  <a:pt x="55085" y="-2995"/>
                  <a:pt x="56622" y="-912"/>
                </a:cubicBezTo>
                <a:cubicBezTo>
                  <a:pt x="66102" y="11955"/>
                  <a:pt x="100013" y="59591"/>
                  <a:pt x="100013" y="83344"/>
                </a:cubicBezTo>
                <a:cubicBezTo>
                  <a:pt x="100013" y="110951"/>
                  <a:pt x="77614" y="133350"/>
                  <a:pt x="50006" y="133350"/>
                </a:cubicBezTo>
                <a:close/>
                <a:moveTo>
                  <a:pt x="29170" y="81260"/>
                </a:moveTo>
                <a:cubicBezTo>
                  <a:pt x="29170" y="77796"/>
                  <a:pt x="26384" y="75009"/>
                  <a:pt x="22920" y="75009"/>
                </a:cubicBezTo>
                <a:cubicBezTo>
                  <a:pt x="19456" y="75009"/>
                  <a:pt x="16669" y="77796"/>
                  <a:pt x="16669" y="81260"/>
                </a:cubicBezTo>
                <a:cubicBezTo>
                  <a:pt x="16669" y="100820"/>
                  <a:pt x="32530" y="116681"/>
                  <a:pt x="52090" y="116681"/>
                </a:cubicBezTo>
                <a:cubicBezTo>
                  <a:pt x="55554" y="116681"/>
                  <a:pt x="58341" y="113894"/>
                  <a:pt x="58341" y="110430"/>
                </a:cubicBezTo>
                <a:cubicBezTo>
                  <a:pt x="58341" y="106966"/>
                  <a:pt x="55554" y="104180"/>
                  <a:pt x="52090" y="104180"/>
                </a:cubicBezTo>
                <a:cubicBezTo>
                  <a:pt x="39432" y="104180"/>
                  <a:pt x="29170" y="93918"/>
                  <a:pt x="29170" y="8126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500438" y="4632960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Humidifier (ultrasonic/steam)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51736" y="493776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678" y="-6485"/>
                </a:moveTo>
                <a:cubicBezTo>
                  <a:pt x="8230" y="-8933"/>
                  <a:pt x="4271" y="-8933"/>
                  <a:pt x="1849" y="-6485"/>
                </a:cubicBezTo>
                <a:cubicBezTo>
                  <a:pt x="-573" y="-4037"/>
                  <a:pt x="-599" y="-78"/>
                  <a:pt x="1823" y="2370"/>
                </a:cubicBezTo>
                <a:lnTo>
                  <a:pt x="139340" y="139887"/>
                </a:lnTo>
                <a:cubicBezTo>
                  <a:pt x="141789" y="142335"/>
                  <a:pt x="145747" y="142335"/>
                  <a:pt x="148170" y="139887"/>
                </a:cubicBezTo>
                <a:cubicBezTo>
                  <a:pt x="150592" y="137439"/>
                  <a:pt x="150618" y="133480"/>
                  <a:pt x="148170" y="131058"/>
                </a:cubicBezTo>
                <a:lnTo>
                  <a:pt x="120744" y="103607"/>
                </a:lnTo>
                <a:cubicBezTo>
                  <a:pt x="123479" y="97408"/>
                  <a:pt x="125016" y="90558"/>
                  <a:pt x="125016" y="83344"/>
                </a:cubicBezTo>
                <a:cubicBezTo>
                  <a:pt x="125016" y="59591"/>
                  <a:pt x="91105" y="11955"/>
                  <a:pt x="81625" y="-912"/>
                </a:cubicBezTo>
                <a:cubicBezTo>
                  <a:pt x="80088" y="-2995"/>
                  <a:pt x="77666" y="-4167"/>
                  <a:pt x="75061" y="-4167"/>
                </a:cubicBezTo>
                <a:lnTo>
                  <a:pt x="74957" y="-4167"/>
                </a:lnTo>
                <a:cubicBezTo>
                  <a:pt x="72353" y="-4167"/>
                  <a:pt x="69931" y="-2995"/>
                  <a:pt x="68394" y="-912"/>
                </a:cubicBezTo>
                <a:cubicBezTo>
                  <a:pt x="64331" y="4610"/>
                  <a:pt x="55762" y="16512"/>
                  <a:pt x="47324" y="30186"/>
                </a:cubicBezTo>
                <a:lnTo>
                  <a:pt x="10678" y="-6485"/>
                </a:lnTo>
                <a:close/>
                <a:moveTo>
                  <a:pt x="34640" y="52819"/>
                </a:moveTo>
                <a:cubicBezTo>
                  <a:pt x="29014" y="64227"/>
                  <a:pt x="25003" y="75192"/>
                  <a:pt x="25003" y="83344"/>
                </a:cubicBezTo>
                <a:cubicBezTo>
                  <a:pt x="25003" y="110951"/>
                  <a:pt x="47402" y="133350"/>
                  <a:pt x="75009" y="133350"/>
                </a:cubicBezTo>
                <a:cubicBezTo>
                  <a:pt x="86313" y="133350"/>
                  <a:pt x="96731" y="129600"/>
                  <a:pt x="105091" y="123297"/>
                </a:cubicBezTo>
                <a:lnTo>
                  <a:pt x="34640" y="52819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83908" y="4899661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Dehumidifier (condensing coils)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76600" y="49377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16669"/>
                </a:moveTo>
                <a:cubicBezTo>
                  <a:pt x="4975" y="16669"/>
                  <a:pt x="1927" y="18700"/>
                  <a:pt x="625" y="21826"/>
                </a:cubicBezTo>
                <a:cubicBezTo>
                  <a:pt x="-677" y="24951"/>
                  <a:pt x="52" y="28519"/>
                  <a:pt x="2448" y="30889"/>
                </a:cubicBezTo>
                <a:lnTo>
                  <a:pt x="50006" y="78473"/>
                </a:lnTo>
                <a:lnTo>
                  <a:pt x="50006" y="108347"/>
                </a:lnTo>
                <a:cubicBezTo>
                  <a:pt x="50006" y="110561"/>
                  <a:pt x="50892" y="112670"/>
                  <a:pt x="52454" y="114233"/>
                </a:cubicBezTo>
                <a:lnTo>
                  <a:pt x="69123" y="130902"/>
                </a:lnTo>
                <a:cubicBezTo>
                  <a:pt x="71519" y="133298"/>
                  <a:pt x="75088" y="134001"/>
                  <a:pt x="78213" y="132699"/>
                </a:cubicBezTo>
                <a:cubicBezTo>
                  <a:pt x="81338" y="131397"/>
                  <a:pt x="83344" y="128375"/>
                  <a:pt x="83344" y="125016"/>
                </a:cubicBezTo>
                <a:lnTo>
                  <a:pt x="83344" y="78473"/>
                </a:lnTo>
                <a:lnTo>
                  <a:pt x="130902" y="30915"/>
                </a:lnTo>
                <a:cubicBezTo>
                  <a:pt x="133298" y="28519"/>
                  <a:pt x="134001" y="24951"/>
                  <a:pt x="132699" y="21826"/>
                </a:cubicBezTo>
                <a:cubicBezTo>
                  <a:pt x="131397" y="18700"/>
                  <a:pt x="128375" y="16669"/>
                  <a:pt x="125016" y="16669"/>
                </a:cubicBezTo>
                <a:lnTo>
                  <a:pt x="8334" y="16669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500438" y="4899661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HEPA filters (H13 grade)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60070" y="52044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  <a:moveTo>
                  <a:pt x="75009" y="25003"/>
                </a:moveTo>
                <a:cubicBezTo>
                  <a:pt x="75009" y="20403"/>
                  <a:pt x="71275" y="16669"/>
                  <a:pt x="66675" y="16669"/>
                </a:cubicBezTo>
                <a:cubicBezTo>
                  <a:pt x="62075" y="16669"/>
                  <a:pt x="58341" y="20403"/>
                  <a:pt x="58341" y="25003"/>
                </a:cubicBezTo>
                <a:cubicBezTo>
                  <a:pt x="58341" y="29603"/>
                  <a:pt x="62075" y="33337"/>
                  <a:pt x="66675" y="33337"/>
                </a:cubicBezTo>
                <a:cubicBezTo>
                  <a:pt x="71275" y="33337"/>
                  <a:pt x="75009" y="29603"/>
                  <a:pt x="75009" y="25003"/>
                </a:cubicBezTo>
                <a:close/>
                <a:moveTo>
                  <a:pt x="66675" y="108347"/>
                </a:moveTo>
                <a:cubicBezTo>
                  <a:pt x="75869" y="108347"/>
                  <a:pt x="83344" y="100872"/>
                  <a:pt x="83344" y="91678"/>
                </a:cubicBezTo>
                <a:cubicBezTo>
                  <a:pt x="83344" y="87459"/>
                  <a:pt x="81781" y="83578"/>
                  <a:pt x="79177" y="80661"/>
                </a:cubicBezTo>
                <a:lnTo>
                  <a:pt x="97278" y="44485"/>
                </a:lnTo>
                <a:cubicBezTo>
                  <a:pt x="98814" y="41385"/>
                  <a:pt x="97564" y="37635"/>
                  <a:pt x="94491" y="36098"/>
                </a:cubicBezTo>
                <a:cubicBezTo>
                  <a:pt x="91418" y="34562"/>
                  <a:pt x="87641" y="35812"/>
                  <a:pt x="86105" y="38885"/>
                </a:cubicBezTo>
                <a:lnTo>
                  <a:pt x="68003" y="75061"/>
                </a:lnTo>
                <a:cubicBezTo>
                  <a:pt x="67561" y="75035"/>
                  <a:pt x="67118" y="75009"/>
                  <a:pt x="66675" y="75009"/>
                </a:cubicBezTo>
                <a:cubicBezTo>
                  <a:pt x="57481" y="75009"/>
                  <a:pt x="50006" y="82484"/>
                  <a:pt x="50006" y="91678"/>
                </a:cubicBezTo>
                <a:cubicBezTo>
                  <a:pt x="50006" y="100872"/>
                  <a:pt x="57481" y="108347"/>
                  <a:pt x="66675" y="108347"/>
                </a:cubicBezTo>
                <a:close/>
                <a:moveTo>
                  <a:pt x="45839" y="37505"/>
                </a:moveTo>
                <a:cubicBezTo>
                  <a:pt x="45839" y="32905"/>
                  <a:pt x="42105" y="29170"/>
                  <a:pt x="37505" y="29170"/>
                </a:cubicBezTo>
                <a:cubicBezTo>
                  <a:pt x="32905" y="29170"/>
                  <a:pt x="29170" y="32905"/>
                  <a:pt x="29170" y="37505"/>
                </a:cubicBezTo>
                <a:cubicBezTo>
                  <a:pt x="29170" y="42105"/>
                  <a:pt x="32905" y="45839"/>
                  <a:pt x="37505" y="45839"/>
                </a:cubicBezTo>
                <a:cubicBezTo>
                  <a:pt x="42105" y="45839"/>
                  <a:pt x="45839" y="42105"/>
                  <a:pt x="45839" y="37505"/>
                </a:cubicBezTo>
                <a:close/>
                <a:moveTo>
                  <a:pt x="25003" y="75009"/>
                </a:moveTo>
                <a:cubicBezTo>
                  <a:pt x="29603" y="75009"/>
                  <a:pt x="33337" y="71275"/>
                  <a:pt x="33337" y="66675"/>
                </a:cubicBezTo>
                <a:cubicBezTo>
                  <a:pt x="33337" y="62075"/>
                  <a:pt x="29603" y="58341"/>
                  <a:pt x="25003" y="58341"/>
                </a:cubicBezTo>
                <a:cubicBezTo>
                  <a:pt x="20403" y="58341"/>
                  <a:pt x="16669" y="62075"/>
                  <a:pt x="16669" y="66675"/>
                </a:cubicBezTo>
                <a:cubicBezTo>
                  <a:pt x="16669" y="71275"/>
                  <a:pt x="20403" y="75009"/>
                  <a:pt x="25003" y="75009"/>
                </a:cubicBezTo>
                <a:close/>
                <a:moveTo>
                  <a:pt x="116681" y="66675"/>
                </a:moveTo>
                <a:cubicBezTo>
                  <a:pt x="116681" y="62075"/>
                  <a:pt x="112947" y="58341"/>
                  <a:pt x="108347" y="58341"/>
                </a:cubicBezTo>
                <a:cubicBezTo>
                  <a:pt x="103747" y="58341"/>
                  <a:pt x="100013" y="62075"/>
                  <a:pt x="100013" y="66675"/>
                </a:cubicBezTo>
                <a:cubicBezTo>
                  <a:pt x="100013" y="71275"/>
                  <a:pt x="103747" y="75009"/>
                  <a:pt x="108347" y="75009"/>
                </a:cubicBezTo>
                <a:cubicBezTo>
                  <a:pt x="112947" y="75009"/>
                  <a:pt x="116681" y="71275"/>
                  <a:pt x="116681" y="66675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83908" y="5166361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VFD for fan speed control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268266" y="520446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0" y="87511"/>
                </a:moveTo>
                <a:cubicBezTo>
                  <a:pt x="0" y="108217"/>
                  <a:pt x="16799" y="125016"/>
                  <a:pt x="37505" y="125016"/>
                </a:cubicBezTo>
                <a:lnTo>
                  <a:pt x="116681" y="125016"/>
                </a:lnTo>
                <a:cubicBezTo>
                  <a:pt x="135095" y="125016"/>
                  <a:pt x="150019" y="110092"/>
                  <a:pt x="150019" y="91678"/>
                </a:cubicBezTo>
                <a:cubicBezTo>
                  <a:pt x="150019" y="78239"/>
                  <a:pt x="142075" y="66649"/>
                  <a:pt x="130615" y="61388"/>
                </a:cubicBezTo>
                <a:cubicBezTo>
                  <a:pt x="132360" y="57976"/>
                  <a:pt x="133350" y="54095"/>
                  <a:pt x="133350" y="50006"/>
                </a:cubicBezTo>
                <a:cubicBezTo>
                  <a:pt x="133350" y="36202"/>
                  <a:pt x="122151" y="25003"/>
                  <a:pt x="108347" y="25003"/>
                </a:cubicBezTo>
                <a:cubicBezTo>
                  <a:pt x="103737" y="25003"/>
                  <a:pt x="99440" y="26253"/>
                  <a:pt x="95741" y="28415"/>
                </a:cubicBezTo>
                <a:cubicBezTo>
                  <a:pt x="89464" y="16486"/>
                  <a:pt x="76937" y="8334"/>
                  <a:pt x="62508" y="8334"/>
                </a:cubicBezTo>
                <a:cubicBezTo>
                  <a:pt x="41802" y="8334"/>
                  <a:pt x="25003" y="25133"/>
                  <a:pt x="25003" y="45839"/>
                </a:cubicBezTo>
                <a:cubicBezTo>
                  <a:pt x="25003" y="47923"/>
                  <a:pt x="25185" y="49980"/>
                  <a:pt x="25498" y="51960"/>
                </a:cubicBezTo>
                <a:cubicBezTo>
                  <a:pt x="10678" y="56960"/>
                  <a:pt x="0" y="70998"/>
                  <a:pt x="0" y="87511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500438" y="5166361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CO₂ injection system (optional)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76010" y="4095750"/>
            <a:ext cx="5627370" cy="2331720"/>
          </a:xfrm>
          <a:custGeom>
            <a:avLst/>
            <a:gdLst/>
            <a:ahLst/>
            <a:cxnLst/>
            <a:rect l="l" t="t" r="r" b="b"/>
            <a:pathLst>
              <a:path w="5627370" h="2331720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2217419"/>
                </a:lnTo>
                <a:cubicBezTo>
                  <a:pt x="5627370" y="2280546"/>
                  <a:pt x="5576196" y="2331720"/>
                  <a:pt x="5513069" y="2331720"/>
                </a:cubicBezTo>
                <a:lnTo>
                  <a:pt x="114301" y="2331720"/>
                </a:lnTo>
                <a:cubicBezTo>
                  <a:pt x="51174" y="2331720"/>
                  <a:pt x="0" y="2280546"/>
                  <a:pt x="0" y="22174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334601" y="429958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551295" y="425196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Capability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32220" y="4632960"/>
            <a:ext cx="5314950" cy="495300"/>
          </a:xfrm>
          <a:custGeom>
            <a:avLst/>
            <a:gdLst/>
            <a:ahLst/>
            <a:cxnLst/>
            <a:rect l="l" t="t" r="r" b="b"/>
            <a:pathLst>
              <a:path w="5314950" h="4953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19098"/>
                </a:lnTo>
                <a:cubicBezTo>
                  <a:pt x="5314950" y="461183"/>
                  <a:pt x="5280833" y="495300"/>
                  <a:pt x="52387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A9D8F">
              <a:alpha val="10196"/>
            </a:srgbClr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408420" y="470916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379845" y="470916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0D1B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89420" y="470916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Mode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789420" y="4899661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Operator sets all parameters manually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32220" y="5204340"/>
            <a:ext cx="5314950" cy="495300"/>
          </a:xfrm>
          <a:custGeom>
            <a:avLst/>
            <a:gdLst/>
            <a:ahLst/>
            <a:cxnLst/>
            <a:rect l="l" t="t" r="r" b="b"/>
            <a:pathLst>
              <a:path w="5314950" h="4953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19098"/>
                </a:lnTo>
                <a:cubicBezTo>
                  <a:pt x="5314950" y="461183"/>
                  <a:pt x="5280833" y="495300"/>
                  <a:pt x="52387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A9D8F">
              <a:alpha val="10196"/>
            </a:srgbClr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6408420" y="528054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6379845" y="528054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0D1B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789420" y="528054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Mode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89420" y="5471040"/>
            <a:ext cx="2019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Recipe-based automatic phase changes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32220" y="5775722"/>
            <a:ext cx="5314950" cy="495300"/>
          </a:xfrm>
          <a:custGeom>
            <a:avLst/>
            <a:gdLst/>
            <a:ahLst/>
            <a:cxnLst/>
            <a:rect l="l" t="t" r="r" b="b"/>
            <a:pathLst>
              <a:path w="5314950" h="4953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19098"/>
                </a:lnTo>
                <a:cubicBezTo>
                  <a:pt x="5314950" y="461183"/>
                  <a:pt x="5280833" y="495300"/>
                  <a:pt x="52387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6408420" y="5851922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6379845" y="5851922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0D1B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789420" y="5851922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Emergency Override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789420" y="6042422"/>
            <a:ext cx="1771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control during critical alerts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940" y="436728"/>
            <a:ext cx="363940" cy="363940"/>
          </a:xfrm>
          <a:custGeom>
            <a:avLst/>
            <a:gdLst/>
            <a:ahLst/>
            <a:cxnLst/>
            <a:rect l="l" t="t" r="r" b="b"/>
            <a:pathLst>
              <a:path w="363940" h="363940">
                <a:moveTo>
                  <a:pt x="72788" y="0"/>
                </a:moveTo>
                <a:lnTo>
                  <a:pt x="291152" y="0"/>
                </a:lnTo>
                <a:cubicBezTo>
                  <a:pt x="331352" y="0"/>
                  <a:pt x="363940" y="32588"/>
                  <a:pt x="363940" y="72788"/>
                </a:cubicBezTo>
                <a:lnTo>
                  <a:pt x="363940" y="291152"/>
                </a:lnTo>
                <a:cubicBezTo>
                  <a:pt x="363940" y="331352"/>
                  <a:pt x="331352" y="363940"/>
                  <a:pt x="291152" y="363940"/>
                </a:cubicBezTo>
                <a:lnTo>
                  <a:pt x="72788" y="363940"/>
                </a:lnTo>
                <a:cubicBezTo>
                  <a:pt x="32588" y="363940"/>
                  <a:pt x="0" y="331352"/>
                  <a:pt x="0" y="291152"/>
                </a:cubicBezTo>
                <a:lnTo>
                  <a:pt x="0" y="72788"/>
                </a:lnTo>
                <a:cubicBezTo>
                  <a:pt x="0" y="32615"/>
                  <a:pt x="32615" y="0"/>
                  <a:pt x="72788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66299" y="536812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>
                <a:moveTo>
                  <a:pt x="71651" y="0"/>
                </a:moveTo>
                <a:lnTo>
                  <a:pt x="71651" y="20472"/>
                </a:lnTo>
                <a:cubicBezTo>
                  <a:pt x="71651" y="23286"/>
                  <a:pt x="73954" y="25590"/>
                  <a:pt x="76769" y="25590"/>
                </a:cubicBezTo>
                <a:lnTo>
                  <a:pt x="87004" y="25590"/>
                </a:lnTo>
                <a:cubicBezTo>
                  <a:pt x="89819" y="25590"/>
                  <a:pt x="92122" y="23286"/>
                  <a:pt x="92122" y="20472"/>
                </a:cubicBezTo>
                <a:lnTo>
                  <a:pt x="92122" y="0"/>
                </a:lnTo>
                <a:lnTo>
                  <a:pt x="102358" y="0"/>
                </a:lnTo>
                <a:cubicBezTo>
                  <a:pt x="113650" y="0"/>
                  <a:pt x="122830" y="9180"/>
                  <a:pt x="122830" y="20472"/>
                </a:cubicBezTo>
                <a:lnTo>
                  <a:pt x="122830" y="61415"/>
                </a:lnTo>
                <a:cubicBezTo>
                  <a:pt x="122830" y="63174"/>
                  <a:pt x="122606" y="64902"/>
                  <a:pt x="122190" y="66533"/>
                </a:cubicBezTo>
                <a:lnTo>
                  <a:pt x="41583" y="66533"/>
                </a:lnTo>
                <a:cubicBezTo>
                  <a:pt x="41167" y="64902"/>
                  <a:pt x="40943" y="63174"/>
                  <a:pt x="40943" y="61415"/>
                </a:cubicBezTo>
                <a:lnTo>
                  <a:pt x="40943" y="20472"/>
                </a:lnTo>
                <a:cubicBezTo>
                  <a:pt x="40943" y="9180"/>
                  <a:pt x="50124" y="0"/>
                  <a:pt x="61415" y="0"/>
                </a:cubicBezTo>
                <a:lnTo>
                  <a:pt x="71651" y="0"/>
                </a:lnTo>
                <a:close/>
                <a:moveTo>
                  <a:pt x="102358" y="163773"/>
                </a:moveTo>
                <a:cubicBezTo>
                  <a:pt x="98776" y="163773"/>
                  <a:pt x="95385" y="162846"/>
                  <a:pt x="92442" y="161214"/>
                </a:cubicBezTo>
                <a:cubicBezTo>
                  <a:pt x="95481" y="155936"/>
                  <a:pt x="97240" y="149827"/>
                  <a:pt x="97240" y="143301"/>
                </a:cubicBezTo>
                <a:lnTo>
                  <a:pt x="97240" y="102358"/>
                </a:lnTo>
                <a:cubicBezTo>
                  <a:pt x="97240" y="95833"/>
                  <a:pt x="95481" y="89723"/>
                  <a:pt x="92442" y="84446"/>
                </a:cubicBezTo>
                <a:cubicBezTo>
                  <a:pt x="95385" y="82814"/>
                  <a:pt x="98744" y="81887"/>
                  <a:pt x="102358" y="81887"/>
                </a:cubicBezTo>
                <a:lnTo>
                  <a:pt x="112594" y="81887"/>
                </a:lnTo>
                <a:lnTo>
                  <a:pt x="112594" y="102358"/>
                </a:lnTo>
                <a:cubicBezTo>
                  <a:pt x="112594" y="105173"/>
                  <a:pt x="114897" y="107476"/>
                  <a:pt x="117712" y="107476"/>
                </a:cubicBezTo>
                <a:lnTo>
                  <a:pt x="127948" y="107476"/>
                </a:lnTo>
                <a:cubicBezTo>
                  <a:pt x="130763" y="107476"/>
                  <a:pt x="133066" y="105173"/>
                  <a:pt x="133066" y="102358"/>
                </a:cubicBezTo>
                <a:lnTo>
                  <a:pt x="133066" y="81887"/>
                </a:lnTo>
                <a:lnTo>
                  <a:pt x="143301" y="81887"/>
                </a:lnTo>
                <a:cubicBezTo>
                  <a:pt x="154593" y="81887"/>
                  <a:pt x="163773" y="91067"/>
                  <a:pt x="163773" y="102358"/>
                </a:cubicBezTo>
                <a:lnTo>
                  <a:pt x="163773" y="143301"/>
                </a:lnTo>
                <a:cubicBezTo>
                  <a:pt x="163773" y="154593"/>
                  <a:pt x="154593" y="163773"/>
                  <a:pt x="143301" y="163773"/>
                </a:cubicBezTo>
                <a:lnTo>
                  <a:pt x="102358" y="163773"/>
                </a:lnTo>
                <a:close/>
                <a:moveTo>
                  <a:pt x="0" y="102358"/>
                </a:moveTo>
                <a:cubicBezTo>
                  <a:pt x="0" y="91067"/>
                  <a:pt x="9180" y="81887"/>
                  <a:pt x="20472" y="81887"/>
                </a:cubicBezTo>
                <a:lnTo>
                  <a:pt x="30707" y="81887"/>
                </a:lnTo>
                <a:lnTo>
                  <a:pt x="30707" y="102358"/>
                </a:lnTo>
                <a:cubicBezTo>
                  <a:pt x="30707" y="105173"/>
                  <a:pt x="33011" y="107476"/>
                  <a:pt x="35825" y="107476"/>
                </a:cubicBezTo>
                <a:lnTo>
                  <a:pt x="46061" y="107476"/>
                </a:lnTo>
                <a:cubicBezTo>
                  <a:pt x="48876" y="107476"/>
                  <a:pt x="51179" y="105173"/>
                  <a:pt x="51179" y="102358"/>
                </a:cubicBezTo>
                <a:lnTo>
                  <a:pt x="51179" y="81887"/>
                </a:lnTo>
                <a:lnTo>
                  <a:pt x="61415" y="81887"/>
                </a:lnTo>
                <a:cubicBezTo>
                  <a:pt x="72706" y="81887"/>
                  <a:pt x="81887" y="91067"/>
                  <a:pt x="81887" y="102358"/>
                </a:cubicBezTo>
                <a:lnTo>
                  <a:pt x="81887" y="143301"/>
                </a:lnTo>
                <a:cubicBezTo>
                  <a:pt x="81887" y="154593"/>
                  <a:pt x="72706" y="163773"/>
                  <a:pt x="61415" y="163773"/>
                </a:cubicBezTo>
                <a:lnTo>
                  <a:pt x="20472" y="163773"/>
                </a:lnTo>
                <a:cubicBezTo>
                  <a:pt x="9180" y="163773"/>
                  <a:pt x="0" y="154593"/>
                  <a:pt x="0" y="143301"/>
                </a:cubicBezTo>
                <a:lnTo>
                  <a:pt x="0" y="102358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37063" y="363940"/>
            <a:ext cx="353931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spc="50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Materials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7063" y="545910"/>
            <a:ext cx="3612107" cy="327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9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Input Materials &amp; Quantities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063" y="946245"/>
            <a:ext cx="11063785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material requirements and cost breakdown for 1000kg mushroom production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7580" y="1313824"/>
            <a:ext cx="3719470" cy="2381989"/>
          </a:xfrm>
          <a:custGeom>
            <a:avLst/>
            <a:gdLst/>
            <a:ahLst/>
            <a:cxnLst/>
            <a:rect l="l" t="t" r="r" b="b"/>
            <a:pathLst>
              <a:path w="3719470" h="2381989">
                <a:moveTo>
                  <a:pt x="109190" y="0"/>
                </a:moveTo>
                <a:lnTo>
                  <a:pt x="3610279" y="0"/>
                </a:lnTo>
                <a:cubicBezTo>
                  <a:pt x="3670584" y="0"/>
                  <a:pt x="3719470" y="48886"/>
                  <a:pt x="3719470" y="109190"/>
                </a:cubicBezTo>
                <a:lnTo>
                  <a:pt x="3719470" y="2272799"/>
                </a:lnTo>
                <a:cubicBezTo>
                  <a:pt x="3719470" y="2333103"/>
                  <a:pt x="3670584" y="2381989"/>
                  <a:pt x="3610279" y="2381989"/>
                </a:cubicBezTo>
                <a:lnTo>
                  <a:pt x="109190" y="2381989"/>
                </a:lnTo>
                <a:cubicBezTo>
                  <a:pt x="48886" y="2381989"/>
                  <a:pt x="0" y="2333103"/>
                  <a:pt x="0" y="2272799"/>
                </a:cubicBezTo>
                <a:lnTo>
                  <a:pt x="0" y="109190"/>
                </a:lnTo>
                <a:cubicBezTo>
                  <a:pt x="0" y="48886"/>
                  <a:pt x="48886" y="0"/>
                  <a:pt x="10919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8168" y="1499434"/>
            <a:ext cx="204716" cy="181970"/>
          </a:xfrm>
          <a:custGeom>
            <a:avLst/>
            <a:gdLst/>
            <a:ahLst/>
            <a:cxnLst/>
            <a:rect l="l" t="t" r="r" b="b"/>
            <a:pathLst>
              <a:path w="204716" h="181970">
                <a:moveTo>
                  <a:pt x="28326" y="83379"/>
                </a:moveTo>
                <a:cubicBezTo>
                  <a:pt x="30530" y="81922"/>
                  <a:pt x="33551" y="82171"/>
                  <a:pt x="35470" y="84126"/>
                </a:cubicBezTo>
                <a:lnTo>
                  <a:pt x="51854" y="100510"/>
                </a:lnTo>
                <a:lnTo>
                  <a:pt x="54022" y="102891"/>
                </a:lnTo>
                <a:cubicBezTo>
                  <a:pt x="61024" y="111350"/>
                  <a:pt x="63370" y="122439"/>
                  <a:pt x="60846" y="132710"/>
                </a:cubicBezTo>
                <a:cubicBezTo>
                  <a:pt x="72113" y="129974"/>
                  <a:pt x="84374" y="133066"/>
                  <a:pt x="93046" y="141702"/>
                </a:cubicBezTo>
                <a:lnTo>
                  <a:pt x="109431" y="158087"/>
                </a:lnTo>
                <a:cubicBezTo>
                  <a:pt x="111634" y="160290"/>
                  <a:pt x="111634" y="163915"/>
                  <a:pt x="109431" y="166119"/>
                </a:cubicBezTo>
                <a:lnTo>
                  <a:pt x="106801" y="168749"/>
                </a:lnTo>
                <a:cubicBezTo>
                  <a:pt x="93473" y="182077"/>
                  <a:pt x="71864" y="182077"/>
                  <a:pt x="58536" y="168749"/>
                </a:cubicBezTo>
                <a:lnTo>
                  <a:pt x="47661" y="157909"/>
                </a:lnTo>
                <a:lnTo>
                  <a:pt x="17557" y="188012"/>
                </a:lnTo>
                <a:cubicBezTo>
                  <a:pt x="14216" y="191353"/>
                  <a:pt x="8850" y="191353"/>
                  <a:pt x="5509" y="188012"/>
                </a:cubicBezTo>
                <a:cubicBezTo>
                  <a:pt x="2168" y="184671"/>
                  <a:pt x="2168" y="179269"/>
                  <a:pt x="5509" y="175964"/>
                </a:cubicBezTo>
                <a:lnTo>
                  <a:pt x="35612" y="145860"/>
                </a:lnTo>
                <a:lnTo>
                  <a:pt x="24772" y="135020"/>
                </a:lnTo>
                <a:cubicBezTo>
                  <a:pt x="11444" y="121693"/>
                  <a:pt x="11444" y="100084"/>
                  <a:pt x="24772" y="86791"/>
                </a:cubicBezTo>
                <a:lnTo>
                  <a:pt x="27402" y="84161"/>
                </a:lnTo>
                <a:lnTo>
                  <a:pt x="28291" y="83415"/>
                </a:lnTo>
                <a:close/>
                <a:moveTo>
                  <a:pt x="65289" y="46417"/>
                </a:moveTo>
                <a:cubicBezTo>
                  <a:pt x="67492" y="44959"/>
                  <a:pt x="70513" y="45208"/>
                  <a:pt x="72433" y="47163"/>
                </a:cubicBezTo>
                <a:lnTo>
                  <a:pt x="88817" y="63547"/>
                </a:lnTo>
                <a:lnTo>
                  <a:pt x="90985" y="65929"/>
                </a:lnTo>
                <a:cubicBezTo>
                  <a:pt x="97987" y="74387"/>
                  <a:pt x="100332" y="85476"/>
                  <a:pt x="97809" y="95748"/>
                </a:cubicBezTo>
                <a:cubicBezTo>
                  <a:pt x="109075" y="93011"/>
                  <a:pt x="121337" y="96103"/>
                  <a:pt x="130009" y="104739"/>
                </a:cubicBezTo>
                <a:lnTo>
                  <a:pt x="146394" y="121124"/>
                </a:lnTo>
                <a:cubicBezTo>
                  <a:pt x="148597" y="123327"/>
                  <a:pt x="148597" y="126953"/>
                  <a:pt x="146394" y="129156"/>
                </a:cubicBezTo>
                <a:lnTo>
                  <a:pt x="143764" y="131786"/>
                </a:lnTo>
                <a:cubicBezTo>
                  <a:pt x="130436" y="145114"/>
                  <a:pt x="108827" y="145114"/>
                  <a:pt x="95499" y="131786"/>
                </a:cubicBezTo>
                <a:lnTo>
                  <a:pt x="61770" y="98058"/>
                </a:lnTo>
                <a:cubicBezTo>
                  <a:pt x="48442" y="84730"/>
                  <a:pt x="48442" y="63121"/>
                  <a:pt x="61770" y="49829"/>
                </a:cubicBezTo>
                <a:lnTo>
                  <a:pt x="64400" y="47199"/>
                </a:lnTo>
                <a:lnTo>
                  <a:pt x="65289" y="46452"/>
                </a:lnTo>
                <a:close/>
                <a:moveTo>
                  <a:pt x="175999" y="5331"/>
                </a:moveTo>
                <a:cubicBezTo>
                  <a:pt x="179340" y="1990"/>
                  <a:pt x="184742" y="1990"/>
                  <a:pt x="188083" y="5331"/>
                </a:cubicBezTo>
                <a:cubicBezTo>
                  <a:pt x="191211" y="8459"/>
                  <a:pt x="191389" y="13399"/>
                  <a:pt x="188652" y="16775"/>
                </a:cubicBezTo>
                <a:lnTo>
                  <a:pt x="188083" y="17415"/>
                </a:lnTo>
                <a:lnTo>
                  <a:pt x="147389" y="58074"/>
                </a:lnTo>
                <a:cubicBezTo>
                  <a:pt x="150125" y="58429"/>
                  <a:pt x="152791" y="59140"/>
                  <a:pt x="155385" y="60171"/>
                </a:cubicBezTo>
                <a:lnTo>
                  <a:pt x="176106" y="39451"/>
                </a:lnTo>
                <a:cubicBezTo>
                  <a:pt x="179447" y="36110"/>
                  <a:pt x="184849" y="36110"/>
                  <a:pt x="188190" y="39451"/>
                </a:cubicBezTo>
                <a:cubicBezTo>
                  <a:pt x="191317" y="42578"/>
                  <a:pt x="191495" y="47518"/>
                  <a:pt x="188758" y="50859"/>
                </a:cubicBezTo>
                <a:lnTo>
                  <a:pt x="188154" y="51499"/>
                </a:lnTo>
                <a:lnTo>
                  <a:pt x="169424" y="70229"/>
                </a:lnTo>
                <a:lnTo>
                  <a:pt x="183285" y="84090"/>
                </a:lnTo>
                <a:cubicBezTo>
                  <a:pt x="185489" y="86294"/>
                  <a:pt x="185489" y="89919"/>
                  <a:pt x="183285" y="92122"/>
                </a:cubicBezTo>
                <a:lnTo>
                  <a:pt x="180655" y="94752"/>
                </a:lnTo>
                <a:cubicBezTo>
                  <a:pt x="167327" y="108080"/>
                  <a:pt x="145718" y="108080"/>
                  <a:pt x="132390" y="94752"/>
                </a:cubicBezTo>
                <a:lnTo>
                  <a:pt x="98662" y="61024"/>
                </a:lnTo>
                <a:cubicBezTo>
                  <a:pt x="85334" y="47696"/>
                  <a:pt x="85334" y="26087"/>
                  <a:pt x="98662" y="12795"/>
                </a:cubicBezTo>
                <a:lnTo>
                  <a:pt x="101292" y="10165"/>
                </a:lnTo>
                <a:lnTo>
                  <a:pt x="102181" y="9418"/>
                </a:lnTo>
                <a:cubicBezTo>
                  <a:pt x="104384" y="7961"/>
                  <a:pt x="107405" y="8210"/>
                  <a:pt x="109324" y="10165"/>
                </a:cubicBezTo>
                <a:lnTo>
                  <a:pt x="123185" y="24026"/>
                </a:lnTo>
                <a:lnTo>
                  <a:pt x="141915" y="5296"/>
                </a:lnTo>
                <a:cubicBezTo>
                  <a:pt x="145256" y="1955"/>
                  <a:pt x="150658" y="1955"/>
                  <a:pt x="153999" y="5296"/>
                </a:cubicBezTo>
                <a:cubicBezTo>
                  <a:pt x="157127" y="8423"/>
                  <a:pt x="157305" y="13363"/>
                  <a:pt x="154568" y="16704"/>
                </a:cubicBezTo>
                <a:lnTo>
                  <a:pt x="153964" y="17344"/>
                </a:lnTo>
                <a:lnTo>
                  <a:pt x="133243" y="38064"/>
                </a:lnTo>
                <a:cubicBezTo>
                  <a:pt x="134239" y="40588"/>
                  <a:pt x="134914" y="43218"/>
                  <a:pt x="135269" y="45919"/>
                </a:cubicBezTo>
                <a:lnTo>
                  <a:pt x="175999" y="5331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7046" y="1463040"/>
            <a:ext cx="1301087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Substrate (Base)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6795" y="1826981"/>
            <a:ext cx="3421039" cy="473122"/>
          </a:xfrm>
          <a:custGeom>
            <a:avLst/>
            <a:gdLst/>
            <a:ahLst/>
            <a:cxnLst/>
            <a:rect l="l" t="t" r="r" b="b"/>
            <a:pathLst>
              <a:path w="3421039" h="473122">
                <a:moveTo>
                  <a:pt x="72790" y="0"/>
                </a:moveTo>
                <a:lnTo>
                  <a:pt x="3348249" y="0"/>
                </a:lnTo>
                <a:cubicBezTo>
                  <a:pt x="3388450" y="0"/>
                  <a:pt x="3421039" y="32589"/>
                  <a:pt x="3421039" y="72790"/>
                </a:cubicBezTo>
                <a:lnTo>
                  <a:pt x="3421039" y="400333"/>
                </a:lnTo>
                <a:cubicBezTo>
                  <a:pt x="3421039" y="440533"/>
                  <a:pt x="3388450" y="473122"/>
                  <a:pt x="3348249" y="473122"/>
                </a:cubicBezTo>
                <a:lnTo>
                  <a:pt x="72790" y="473122"/>
                </a:lnTo>
                <a:cubicBezTo>
                  <a:pt x="32616" y="473122"/>
                  <a:pt x="0" y="440506"/>
                  <a:pt x="0" y="400333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9583" y="1899769"/>
            <a:ext cx="333915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Wheat straw:</a:t>
            </a:r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10,000 kg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9583" y="2081739"/>
            <a:ext cx="3330054" cy="14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₹3-5/kg = ₹30,000-50,000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6795" y="2372778"/>
            <a:ext cx="3421039" cy="473122"/>
          </a:xfrm>
          <a:custGeom>
            <a:avLst/>
            <a:gdLst/>
            <a:ahLst/>
            <a:cxnLst/>
            <a:rect l="l" t="t" r="r" b="b"/>
            <a:pathLst>
              <a:path w="3421039" h="473122">
                <a:moveTo>
                  <a:pt x="72790" y="0"/>
                </a:moveTo>
                <a:lnTo>
                  <a:pt x="3348249" y="0"/>
                </a:lnTo>
                <a:cubicBezTo>
                  <a:pt x="3388450" y="0"/>
                  <a:pt x="3421039" y="32589"/>
                  <a:pt x="3421039" y="72790"/>
                </a:cubicBezTo>
                <a:lnTo>
                  <a:pt x="3421039" y="400333"/>
                </a:lnTo>
                <a:cubicBezTo>
                  <a:pt x="3421039" y="440533"/>
                  <a:pt x="3388450" y="473122"/>
                  <a:pt x="3348249" y="473122"/>
                </a:cubicBezTo>
                <a:lnTo>
                  <a:pt x="72790" y="473122"/>
                </a:lnTo>
                <a:cubicBezTo>
                  <a:pt x="32616" y="473122"/>
                  <a:pt x="0" y="440506"/>
                  <a:pt x="0" y="400333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9583" y="2445566"/>
            <a:ext cx="333915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Paddy straw:</a:t>
            </a:r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10,000 kg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9583" y="2627536"/>
            <a:ext cx="3330054" cy="14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 option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6795" y="2918575"/>
            <a:ext cx="3421039" cy="473122"/>
          </a:xfrm>
          <a:custGeom>
            <a:avLst/>
            <a:gdLst/>
            <a:ahLst/>
            <a:cxnLst/>
            <a:rect l="l" t="t" r="r" b="b"/>
            <a:pathLst>
              <a:path w="3421039" h="473122">
                <a:moveTo>
                  <a:pt x="72790" y="0"/>
                </a:moveTo>
                <a:lnTo>
                  <a:pt x="3348249" y="0"/>
                </a:lnTo>
                <a:cubicBezTo>
                  <a:pt x="3388450" y="0"/>
                  <a:pt x="3421039" y="32589"/>
                  <a:pt x="3421039" y="72790"/>
                </a:cubicBezTo>
                <a:lnTo>
                  <a:pt x="3421039" y="400333"/>
                </a:lnTo>
                <a:cubicBezTo>
                  <a:pt x="3421039" y="440533"/>
                  <a:pt x="3388450" y="473122"/>
                  <a:pt x="3348249" y="473122"/>
                </a:cubicBezTo>
                <a:lnTo>
                  <a:pt x="72790" y="473122"/>
                </a:lnTo>
                <a:cubicBezTo>
                  <a:pt x="32616" y="473122"/>
                  <a:pt x="0" y="440506"/>
                  <a:pt x="0" y="400333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89583" y="2991363"/>
            <a:ext cx="333915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Sawdust (shiitake):</a:t>
            </a:r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8,000 kg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9583" y="3173333"/>
            <a:ext cx="3330054" cy="14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specialty mushrooms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38767" y="1313824"/>
            <a:ext cx="3719470" cy="2381989"/>
          </a:xfrm>
          <a:custGeom>
            <a:avLst/>
            <a:gdLst/>
            <a:ahLst/>
            <a:cxnLst/>
            <a:rect l="l" t="t" r="r" b="b"/>
            <a:pathLst>
              <a:path w="3719470" h="2381989">
                <a:moveTo>
                  <a:pt x="109190" y="0"/>
                </a:moveTo>
                <a:lnTo>
                  <a:pt x="3610279" y="0"/>
                </a:lnTo>
                <a:cubicBezTo>
                  <a:pt x="3670584" y="0"/>
                  <a:pt x="3719470" y="48886"/>
                  <a:pt x="3719470" y="109190"/>
                </a:cubicBezTo>
                <a:lnTo>
                  <a:pt x="3719470" y="2272799"/>
                </a:lnTo>
                <a:cubicBezTo>
                  <a:pt x="3719470" y="2333103"/>
                  <a:pt x="3670584" y="2381989"/>
                  <a:pt x="3610279" y="2381989"/>
                </a:cubicBezTo>
                <a:lnTo>
                  <a:pt x="109190" y="2381989"/>
                </a:lnTo>
                <a:cubicBezTo>
                  <a:pt x="48886" y="2381989"/>
                  <a:pt x="0" y="2333103"/>
                  <a:pt x="0" y="2272799"/>
                </a:cubicBezTo>
                <a:lnTo>
                  <a:pt x="0" y="109190"/>
                </a:lnTo>
                <a:cubicBezTo>
                  <a:pt x="0" y="48886"/>
                  <a:pt x="48886" y="0"/>
                  <a:pt x="10919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410729" y="1499434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181970" y="11373"/>
                </a:moveTo>
                <a:cubicBezTo>
                  <a:pt x="181970" y="49793"/>
                  <a:pt x="154746" y="81851"/>
                  <a:pt x="118565" y="89350"/>
                </a:cubicBezTo>
                <a:cubicBezTo>
                  <a:pt x="115757" y="68701"/>
                  <a:pt x="106481" y="50113"/>
                  <a:pt x="92798" y="35719"/>
                </a:cubicBezTo>
                <a:cubicBezTo>
                  <a:pt x="107050" y="14216"/>
                  <a:pt x="131466" y="0"/>
                  <a:pt x="159224" y="0"/>
                </a:cubicBezTo>
                <a:lnTo>
                  <a:pt x="170597" y="0"/>
                </a:lnTo>
                <a:cubicBezTo>
                  <a:pt x="176888" y="0"/>
                  <a:pt x="181970" y="5082"/>
                  <a:pt x="181970" y="11373"/>
                </a:cubicBezTo>
                <a:close/>
                <a:moveTo>
                  <a:pt x="0" y="34119"/>
                </a:moveTo>
                <a:cubicBezTo>
                  <a:pt x="0" y="27829"/>
                  <a:pt x="5082" y="22746"/>
                  <a:pt x="11373" y="22746"/>
                </a:cubicBezTo>
                <a:lnTo>
                  <a:pt x="22746" y="22746"/>
                </a:lnTo>
                <a:cubicBezTo>
                  <a:pt x="66711" y="22746"/>
                  <a:pt x="102358" y="58394"/>
                  <a:pt x="102358" y="102358"/>
                </a:cubicBezTo>
                <a:lnTo>
                  <a:pt x="102358" y="170597"/>
                </a:lnTo>
                <a:cubicBezTo>
                  <a:pt x="102358" y="176888"/>
                  <a:pt x="97276" y="181970"/>
                  <a:pt x="90985" y="181970"/>
                </a:cubicBezTo>
                <a:cubicBezTo>
                  <a:pt x="84694" y="181970"/>
                  <a:pt x="79612" y="176888"/>
                  <a:pt x="79612" y="170597"/>
                </a:cubicBezTo>
                <a:lnTo>
                  <a:pt x="79612" y="113731"/>
                </a:lnTo>
                <a:cubicBezTo>
                  <a:pt x="35648" y="113731"/>
                  <a:pt x="0" y="78084"/>
                  <a:pt x="0" y="3411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88234" y="1463040"/>
            <a:ext cx="110091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Spawn (Seed)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7983" y="1826981"/>
            <a:ext cx="3421039" cy="473122"/>
          </a:xfrm>
          <a:custGeom>
            <a:avLst/>
            <a:gdLst/>
            <a:ahLst/>
            <a:cxnLst/>
            <a:rect l="l" t="t" r="r" b="b"/>
            <a:pathLst>
              <a:path w="3421039" h="473122">
                <a:moveTo>
                  <a:pt x="72790" y="0"/>
                </a:moveTo>
                <a:lnTo>
                  <a:pt x="3348249" y="0"/>
                </a:lnTo>
                <a:cubicBezTo>
                  <a:pt x="3388450" y="0"/>
                  <a:pt x="3421039" y="32589"/>
                  <a:pt x="3421039" y="72790"/>
                </a:cubicBezTo>
                <a:lnTo>
                  <a:pt x="3421039" y="400333"/>
                </a:lnTo>
                <a:cubicBezTo>
                  <a:pt x="3421039" y="440533"/>
                  <a:pt x="3388450" y="473122"/>
                  <a:pt x="3348249" y="473122"/>
                </a:cubicBezTo>
                <a:lnTo>
                  <a:pt x="72790" y="473122"/>
                </a:lnTo>
                <a:cubicBezTo>
                  <a:pt x="32616" y="473122"/>
                  <a:pt x="0" y="440506"/>
                  <a:pt x="0" y="400333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60771" y="1899769"/>
            <a:ext cx="333915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Quantity:</a:t>
            </a:r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1,000 kg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60771" y="2081739"/>
            <a:ext cx="3330054" cy="14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of substrate weight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7983" y="2372778"/>
            <a:ext cx="3421039" cy="473122"/>
          </a:xfrm>
          <a:custGeom>
            <a:avLst/>
            <a:gdLst/>
            <a:ahLst/>
            <a:cxnLst/>
            <a:rect l="l" t="t" r="r" b="b"/>
            <a:pathLst>
              <a:path w="3421039" h="473122">
                <a:moveTo>
                  <a:pt x="72790" y="0"/>
                </a:moveTo>
                <a:lnTo>
                  <a:pt x="3348249" y="0"/>
                </a:lnTo>
                <a:cubicBezTo>
                  <a:pt x="3388450" y="0"/>
                  <a:pt x="3421039" y="32589"/>
                  <a:pt x="3421039" y="72790"/>
                </a:cubicBezTo>
                <a:lnTo>
                  <a:pt x="3421039" y="400333"/>
                </a:lnTo>
                <a:cubicBezTo>
                  <a:pt x="3421039" y="440533"/>
                  <a:pt x="3388450" y="473122"/>
                  <a:pt x="3348249" y="473122"/>
                </a:cubicBezTo>
                <a:lnTo>
                  <a:pt x="72790" y="473122"/>
                </a:lnTo>
                <a:cubicBezTo>
                  <a:pt x="32616" y="473122"/>
                  <a:pt x="0" y="440506"/>
                  <a:pt x="0" y="400333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60771" y="2445566"/>
            <a:ext cx="333915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Cost:</a:t>
            </a:r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₹40-50 per kg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60771" y="2627536"/>
            <a:ext cx="3330054" cy="14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Total: ₹40,000-50,000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7983" y="2958608"/>
            <a:ext cx="3421039" cy="7279"/>
          </a:xfrm>
          <a:custGeom>
            <a:avLst/>
            <a:gdLst/>
            <a:ahLst/>
            <a:cxnLst/>
            <a:rect l="l" t="t" r="r" b="b"/>
            <a:pathLst>
              <a:path w="3421039" h="7279">
                <a:moveTo>
                  <a:pt x="0" y="0"/>
                </a:moveTo>
                <a:lnTo>
                  <a:pt x="3421039" y="0"/>
                </a:lnTo>
                <a:lnTo>
                  <a:pt x="3421039" y="7279"/>
                </a:lnTo>
                <a:lnTo>
                  <a:pt x="0" y="7279"/>
                </a:lnTo>
                <a:lnTo>
                  <a:pt x="0" y="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410729" y="3225990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>
                <a:moveTo>
                  <a:pt x="74370" y="1663"/>
                </a:moveTo>
                <a:cubicBezTo>
                  <a:pt x="79136" y="-544"/>
                  <a:pt x="84637" y="-544"/>
                  <a:pt x="89403" y="1663"/>
                </a:cubicBezTo>
                <a:lnTo>
                  <a:pt x="159327" y="33970"/>
                </a:lnTo>
                <a:cubicBezTo>
                  <a:pt x="162046" y="35218"/>
                  <a:pt x="163773" y="37937"/>
                  <a:pt x="163773" y="40943"/>
                </a:cubicBezTo>
                <a:cubicBezTo>
                  <a:pt x="163773" y="43950"/>
                  <a:pt x="162046" y="46669"/>
                  <a:pt x="159327" y="47916"/>
                </a:cubicBezTo>
                <a:lnTo>
                  <a:pt x="89403" y="80223"/>
                </a:lnTo>
                <a:cubicBezTo>
                  <a:pt x="84637" y="82430"/>
                  <a:pt x="79136" y="82430"/>
                  <a:pt x="74370" y="80223"/>
                </a:cubicBezTo>
                <a:lnTo>
                  <a:pt x="4446" y="47916"/>
                </a:lnTo>
                <a:cubicBezTo>
                  <a:pt x="1727" y="46637"/>
                  <a:pt x="0" y="43918"/>
                  <a:pt x="0" y="40943"/>
                </a:cubicBezTo>
                <a:cubicBezTo>
                  <a:pt x="0" y="37968"/>
                  <a:pt x="1727" y="35218"/>
                  <a:pt x="4446" y="33970"/>
                </a:cubicBezTo>
                <a:lnTo>
                  <a:pt x="74370" y="1663"/>
                </a:lnTo>
                <a:close/>
                <a:moveTo>
                  <a:pt x="15386" y="69859"/>
                </a:moveTo>
                <a:lnTo>
                  <a:pt x="67940" y="94138"/>
                </a:lnTo>
                <a:cubicBezTo>
                  <a:pt x="76801" y="98232"/>
                  <a:pt x="87004" y="98232"/>
                  <a:pt x="95865" y="94138"/>
                </a:cubicBezTo>
                <a:lnTo>
                  <a:pt x="148419" y="69859"/>
                </a:lnTo>
                <a:lnTo>
                  <a:pt x="159327" y="74913"/>
                </a:lnTo>
                <a:cubicBezTo>
                  <a:pt x="162046" y="76161"/>
                  <a:pt x="163773" y="78880"/>
                  <a:pt x="163773" y="81887"/>
                </a:cubicBezTo>
                <a:cubicBezTo>
                  <a:pt x="163773" y="84893"/>
                  <a:pt x="162046" y="87612"/>
                  <a:pt x="159327" y="88860"/>
                </a:cubicBezTo>
                <a:lnTo>
                  <a:pt x="89403" y="121167"/>
                </a:lnTo>
                <a:cubicBezTo>
                  <a:pt x="84637" y="123374"/>
                  <a:pt x="79136" y="123374"/>
                  <a:pt x="74370" y="121167"/>
                </a:cubicBezTo>
                <a:lnTo>
                  <a:pt x="4446" y="88860"/>
                </a:lnTo>
                <a:cubicBezTo>
                  <a:pt x="1727" y="87580"/>
                  <a:pt x="0" y="84861"/>
                  <a:pt x="0" y="81887"/>
                </a:cubicBezTo>
                <a:cubicBezTo>
                  <a:pt x="0" y="78912"/>
                  <a:pt x="1727" y="76161"/>
                  <a:pt x="4446" y="74913"/>
                </a:cubicBezTo>
                <a:lnTo>
                  <a:pt x="15354" y="69859"/>
                </a:lnTo>
                <a:close/>
                <a:moveTo>
                  <a:pt x="4446" y="115857"/>
                </a:moveTo>
                <a:lnTo>
                  <a:pt x="15354" y="110803"/>
                </a:lnTo>
                <a:lnTo>
                  <a:pt x="67908" y="135081"/>
                </a:lnTo>
                <a:cubicBezTo>
                  <a:pt x="76769" y="139175"/>
                  <a:pt x="86972" y="139175"/>
                  <a:pt x="95833" y="135081"/>
                </a:cubicBezTo>
                <a:lnTo>
                  <a:pt x="148387" y="110803"/>
                </a:lnTo>
                <a:lnTo>
                  <a:pt x="159295" y="115857"/>
                </a:lnTo>
                <a:cubicBezTo>
                  <a:pt x="162014" y="117104"/>
                  <a:pt x="163741" y="119823"/>
                  <a:pt x="163741" y="122830"/>
                </a:cubicBezTo>
                <a:cubicBezTo>
                  <a:pt x="163741" y="125837"/>
                  <a:pt x="162014" y="128556"/>
                  <a:pt x="159295" y="129803"/>
                </a:cubicBezTo>
                <a:lnTo>
                  <a:pt x="89372" y="162110"/>
                </a:lnTo>
                <a:cubicBezTo>
                  <a:pt x="84605" y="164317"/>
                  <a:pt x="79104" y="164317"/>
                  <a:pt x="74338" y="162110"/>
                </a:cubicBezTo>
                <a:lnTo>
                  <a:pt x="4446" y="129803"/>
                </a:lnTo>
                <a:cubicBezTo>
                  <a:pt x="1727" y="128524"/>
                  <a:pt x="0" y="125805"/>
                  <a:pt x="0" y="122830"/>
                </a:cubicBezTo>
                <a:cubicBezTo>
                  <a:pt x="0" y="119855"/>
                  <a:pt x="1727" y="117104"/>
                  <a:pt x="4446" y="115857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665487" y="3071428"/>
            <a:ext cx="1537648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Casing Material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5487" y="3253398"/>
            <a:ext cx="1528549" cy="14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Peat moss/coco peat: 2,000 kg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65487" y="3398861"/>
            <a:ext cx="1528549" cy="14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₹15-20/kg = ₹30,000-40,000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09955" y="1313824"/>
            <a:ext cx="3719470" cy="2381989"/>
          </a:xfrm>
          <a:custGeom>
            <a:avLst/>
            <a:gdLst/>
            <a:ahLst/>
            <a:cxnLst/>
            <a:rect l="l" t="t" r="r" b="b"/>
            <a:pathLst>
              <a:path w="3719470" h="2381989">
                <a:moveTo>
                  <a:pt x="109190" y="0"/>
                </a:moveTo>
                <a:lnTo>
                  <a:pt x="3610279" y="0"/>
                </a:lnTo>
                <a:cubicBezTo>
                  <a:pt x="3670584" y="0"/>
                  <a:pt x="3719470" y="48886"/>
                  <a:pt x="3719470" y="109190"/>
                </a:cubicBezTo>
                <a:lnTo>
                  <a:pt x="3719470" y="2272799"/>
                </a:lnTo>
                <a:cubicBezTo>
                  <a:pt x="3719470" y="2333103"/>
                  <a:pt x="3670584" y="2381989"/>
                  <a:pt x="3610279" y="2381989"/>
                </a:cubicBezTo>
                <a:lnTo>
                  <a:pt x="109190" y="2381989"/>
                </a:lnTo>
                <a:cubicBezTo>
                  <a:pt x="48886" y="2381989"/>
                  <a:pt x="0" y="2333103"/>
                  <a:pt x="0" y="2272799"/>
                </a:cubicBezTo>
                <a:lnTo>
                  <a:pt x="0" y="109190"/>
                </a:lnTo>
                <a:cubicBezTo>
                  <a:pt x="0" y="48886"/>
                  <a:pt x="48886" y="0"/>
                  <a:pt x="10919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281916" y="1499434"/>
            <a:ext cx="181970" cy="181970"/>
          </a:xfrm>
          <a:custGeom>
            <a:avLst/>
            <a:gdLst/>
            <a:ahLst/>
            <a:cxnLst/>
            <a:rect l="l" t="t" r="r" b="b"/>
            <a:pathLst>
              <a:path w="181970" h="181970">
                <a:moveTo>
                  <a:pt x="90985" y="181970"/>
                </a:moveTo>
                <a:cubicBezTo>
                  <a:pt x="141201" y="181970"/>
                  <a:pt x="181970" y="141201"/>
                  <a:pt x="181970" y="90985"/>
                </a:cubicBezTo>
                <a:cubicBezTo>
                  <a:pt x="181970" y="40769"/>
                  <a:pt x="141201" y="0"/>
                  <a:pt x="90985" y="0"/>
                </a:cubicBezTo>
                <a:cubicBezTo>
                  <a:pt x="40769" y="0"/>
                  <a:pt x="0" y="40769"/>
                  <a:pt x="0" y="90985"/>
                </a:cubicBezTo>
                <a:cubicBezTo>
                  <a:pt x="0" y="141201"/>
                  <a:pt x="40769" y="181970"/>
                  <a:pt x="90985" y="181970"/>
                </a:cubicBezTo>
                <a:close/>
                <a:moveTo>
                  <a:pt x="82455" y="122261"/>
                </a:moveTo>
                <a:lnTo>
                  <a:pt x="82455" y="99515"/>
                </a:lnTo>
                <a:lnTo>
                  <a:pt x="59709" y="99515"/>
                </a:lnTo>
                <a:cubicBezTo>
                  <a:pt x="54982" y="99515"/>
                  <a:pt x="51179" y="95712"/>
                  <a:pt x="51179" y="90985"/>
                </a:cubicBezTo>
                <a:cubicBezTo>
                  <a:pt x="51179" y="86258"/>
                  <a:pt x="54982" y="82455"/>
                  <a:pt x="59709" y="82455"/>
                </a:cubicBezTo>
                <a:lnTo>
                  <a:pt x="82455" y="82455"/>
                </a:lnTo>
                <a:lnTo>
                  <a:pt x="82455" y="59709"/>
                </a:lnTo>
                <a:cubicBezTo>
                  <a:pt x="82455" y="54982"/>
                  <a:pt x="86258" y="51179"/>
                  <a:pt x="90985" y="51179"/>
                </a:cubicBezTo>
                <a:cubicBezTo>
                  <a:pt x="95712" y="51179"/>
                  <a:pt x="99515" y="54982"/>
                  <a:pt x="99515" y="59709"/>
                </a:cubicBezTo>
                <a:lnTo>
                  <a:pt x="99515" y="82455"/>
                </a:lnTo>
                <a:lnTo>
                  <a:pt x="122261" y="82455"/>
                </a:lnTo>
                <a:cubicBezTo>
                  <a:pt x="126988" y="82455"/>
                  <a:pt x="130791" y="86258"/>
                  <a:pt x="130791" y="90985"/>
                </a:cubicBezTo>
                <a:cubicBezTo>
                  <a:pt x="130791" y="95712"/>
                  <a:pt x="126988" y="99515"/>
                  <a:pt x="122261" y="99515"/>
                </a:cubicBezTo>
                <a:lnTo>
                  <a:pt x="99515" y="99515"/>
                </a:lnTo>
                <a:lnTo>
                  <a:pt x="99515" y="122261"/>
                </a:lnTo>
                <a:cubicBezTo>
                  <a:pt x="99515" y="126988"/>
                  <a:pt x="95712" y="130791"/>
                  <a:pt x="90985" y="130791"/>
                </a:cubicBezTo>
                <a:cubicBezTo>
                  <a:pt x="86258" y="130791"/>
                  <a:pt x="82455" y="126988"/>
                  <a:pt x="82455" y="122261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59421" y="1463040"/>
            <a:ext cx="1037230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Supplements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59170" y="1826981"/>
            <a:ext cx="3421039" cy="473122"/>
          </a:xfrm>
          <a:custGeom>
            <a:avLst/>
            <a:gdLst/>
            <a:ahLst/>
            <a:cxnLst/>
            <a:rect l="l" t="t" r="r" b="b"/>
            <a:pathLst>
              <a:path w="3421039" h="473122">
                <a:moveTo>
                  <a:pt x="72790" y="0"/>
                </a:moveTo>
                <a:lnTo>
                  <a:pt x="3348249" y="0"/>
                </a:lnTo>
                <a:cubicBezTo>
                  <a:pt x="3388450" y="0"/>
                  <a:pt x="3421039" y="32589"/>
                  <a:pt x="3421039" y="72790"/>
                </a:cubicBezTo>
                <a:lnTo>
                  <a:pt x="3421039" y="400333"/>
                </a:lnTo>
                <a:cubicBezTo>
                  <a:pt x="3421039" y="440533"/>
                  <a:pt x="3388450" y="473122"/>
                  <a:pt x="3348249" y="473122"/>
                </a:cubicBezTo>
                <a:lnTo>
                  <a:pt x="72790" y="473122"/>
                </a:lnTo>
                <a:cubicBezTo>
                  <a:pt x="32616" y="473122"/>
                  <a:pt x="0" y="440506"/>
                  <a:pt x="0" y="400333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331958" y="1899769"/>
            <a:ext cx="527713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Gypsum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31958" y="2081739"/>
            <a:ext cx="518615" cy="14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 kg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91847" y="1972444"/>
            <a:ext cx="482221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₹4,000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59170" y="2372778"/>
            <a:ext cx="3421039" cy="473122"/>
          </a:xfrm>
          <a:custGeom>
            <a:avLst/>
            <a:gdLst/>
            <a:ahLst/>
            <a:cxnLst/>
            <a:rect l="l" t="t" r="r" b="b"/>
            <a:pathLst>
              <a:path w="3421039" h="473122">
                <a:moveTo>
                  <a:pt x="72790" y="0"/>
                </a:moveTo>
                <a:lnTo>
                  <a:pt x="3348249" y="0"/>
                </a:lnTo>
                <a:cubicBezTo>
                  <a:pt x="3388450" y="0"/>
                  <a:pt x="3421039" y="32589"/>
                  <a:pt x="3421039" y="72790"/>
                </a:cubicBezTo>
                <a:lnTo>
                  <a:pt x="3421039" y="400333"/>
                </a:lnTo>
                <a:cubicBezTo>
                  <a:pt x="3421039" y="440533"/>
                  <a:pt x="3388450" y="473122"/>
                  <a:pt x="3348249" y="473122"/>
                </a:cubicBezTo>
                <a:lnTo>
                  <a:pt x="72790" y="473122"/>
                </a:lnTo>
                <a:cubicBezTo>
                  <a:pt x="32616" y="473122"/>
                  <a:pt x="0" y="440506"/>
                  <a:pt x="0" y="400333"/>
                </a:cubicBezTo>
                <a:lnTo>
                  <a:pt x="0" y="72790"/>
                </a:lnTo>
                <a:cubicBezTo>
                  <a:pt x="0" y="32616"/>
                  <a:pt x="32616" y="0"/>
                  <a:pt x="7279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331958" y="2445566"/>
            <a:ext cx="1119116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Calcium Carbonate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31958" y="2627536"/>
            <a:ext cx="1110018" cy="14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kg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91733" y="2518241"/>
            <a:ext cx="482221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₹2,000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59170" y="2958608"/>
            <a:ext cx="3421039" cy="7279"/>
          </a:xfrm>
          <a:custGeom>
            <a:avLst/>
            <a:gdLst/>
            <a:ahLst/>
            <a:cxnLst/>
            <a:rect l="l" t="t" r="r" b="b"/>
            <a:pathLst>
              <a:path w="3421039" h="7279">
                <a:moveTo>
                  <a:pt x="0" y="0"/>
                </a:moveTo>
                <a:lnTo>
                  <a:pt x="3421039" y="0"/>
                </a:lnTo>
                <a:lnTo>
                  <a:pt x="3421039" y="7279"/>
                </a:lnTo>
                <a:lnTo>
                  <a:pt x="0" y="7279"/>
                </a:lnTo>
                <a:lnTo>
                  <a:pt x="0" y="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259170" y="3071428"/>
            <a:ext cx="3475630" cy="145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Optional additives for pH balance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67580" y="3846395"/>
            <a:ext cx="5657452" cy="1690503"/>
          </a:xfrm>
          <a:custGeom>
            <a:avLst/>
            <a:gdLst/>
            <a:ahLst/>
            <a:cxnLst/>
            <a:rect l="l" t="t" r="r" b="b"/>
            <a:pathLst>
              <a:path w="5657452" h="1690503">
                <a:moveTo>
                  <a:pt x="109190" y="0"/>
                </a:moveTo>
                <a:lnTo>
                  <a:pt x="5548262" y="0"/>
                </a:lnTo>
                <a:cubicBezTo>
                  <a:pt x="5608566" y="0"/>
                  <a:pt x="5657452" y="48886"/>
                  <a:pt x="5657452" y="109190"/>
                </a:cubicBezTo>
                <a:lnTo>
                  <a:pt x="5657452" y="1581313"/>
                </a:lnTo>
                <a:cubicBezTo>
                  <a:pt x="5657452" y="1641617"/>
                  <a:pt x="5608566" y="1690503"/>
                  <a:pt x="5548262" y="1690503"/>
                </a:cubicBezTo>
                <a:lnTo>
                  <a:pt x="109190" y="1690503"/>
                </a:lnTo>
                <a:cubicBezTo>
                  <a:pt x="48886" y="1690503"/>
                  <a:pt x="0" y="1641617"/>
                  <a:pt x="0" y="1581313"/>
                </a:cubicBezTo>
                <a:lnTo>
                  <a:pt x="0" y="109190"/>
                </a:lnTo>
                <a:cubicBezTo>
                  <a:pt x="0" y="48926"/>
                  <a:pt x="48926" y="0"/>
                  <a:pt x="10919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529306" y="4041103"/>
            <a:ext cx="184245" cy="163773"/>
          </a:xfrm>
          <a:custGeom>
            <a:avLst/>
            <a:gdLst/>
            <a:ahLst/>
            <a:cxnLst/>
            <a:rect l="l" t="t" r="r" b="b"/>
            <a:pathLst>
              <a:path w="184245" h="163773">
                <a:moveTo>
                  <a:pt x="92122" y="0"/>
                </a:moveTo>
                <a:cubicBezTo>
                  <a:pt x="94234" y="0"/>
                  <a:pt x="96249" y="864"/>
                  <a:pt x="97688" y="2399"/>
                </a:cubicBezTo>
                <a:lnTo>
                  <a:pt x="143749" y="51019"/>
                </a:lnTo>
                <a:lnTo>
                  <a:pt x="143909" y="51179"/>
                </a:lnTo>
                <a:lnTo>
                  <a:pt x="168891" y="51179"/>
                </a:lnTo>
                <a:cubicBezTo>
                  <a:pt x="174553" y="51179"/>
                  <a:pt x="179127" y="55753"/>
                  <a:pt x="179127" y="61415"/>
                </a:cubicBezTo>
                <a:cubicBezTo>
                  <a:pt x="179127" y="66053"/>
                  <a:pt x="176056" y="69955"/>
                  <a:pt x="171834" y="71235"/>
                </a:cubicBezTo>
                <a:lnTo>
                  <a:pt x="157088" y="137512"/>
                </a:lnTo>
                <a:cubicBezTo>
                  <a:pt x="155009" y="146884"/>
                  <a:pt x="146692" y="153537"/>
                  <a:pt x="137096" y="153537"/>
                </a:cubicBezTo>
                <a:lnTo>
                  <a:pt x="47117" y="153537"/>
                </a:lnTo>
                <a:cubicBezTo>
                  <a:pt x="37521" y="153537"/>
                  <a:pt x="29204" y="146884"/>
                  <a:pt x="27125" y="137512"/>
                </a:cubicBezTo>
                <a:lnTo>
                  <a:pt x="12411" y="71235"/>
                </a:lnTo>
                <a:cubicBezTo>
                  <a:pt x="8189" y="69987"/>
                  <a:pt x="5118" y="66053"/>
                  <a:pt x="5118" y="61415"/>
                </a:cubicBezTo>
                <a:cubicBezTo>
                  <a:pt x="5118" y="55753"/>
                  <a:pt x="9692" y="51179"/>
                  <a:pt x="15354" y="51179"/>
                </a:cubicBezTo>
                <a:lnTo>
                  <a:pt x="40336" y="51179"/>
                </a:lnTo>
                <a:lnTo>
                  <a:pt x="40495" y="51019"/>
                </a:lnTo>
                <a:lnTo>
                  <a:pt x="86557" y="2399"/>
                </a:lnTo>
                <a:cubicBezTo>
                  <a:pt x="87996" y="864"/>
                  <a:pt x="90011" y="0"/>
                  <a:pt x="92122" y="0"/>
                </a:cubicBezTo>
                <a:close/>
                <a:moveTo>
                  <a:pt x="92122" y="18840"/>
                </a:moveTo>
                <a:lnTo>
                  <a:pt x="61479" y="51179"/>
                </a:lnTo>
                <a:lnTo>
                  <a:pt x="122766" y="51179"/>
                </a:lnTo>
                <a:lnTo>
                  <a:pt x="92122" y="18840"/>
                </a:lnTo>
                <a:close/>
                <a:moveTo>
                  <a:pt x="66533" y="84446"/>
                </a:moveTo>
                <a:cubicBezTo>
                  <a:pt x="66533" y="80191"/>
                  <a:pt x="63110" y="76769"/>
                  <a:pt x="58856" y="76769"/>
                </a:cubicBezTo>
                <a:cubicBezTo>
                  <a:pt x="54602" y="76769"/>
                  <a:pt x="51179" y="80191"/>
                  <a:pt x="51179" y="84446"/>
                </a:cubicBezTo>
                <a:lnTo>
                  <a:pt x="51179" y="120271"/>
                </a:lnTo>
                <a:cubicBezTo>
                  <a:pt x="51179" y="124525"/>
                  <a:pt x="54602" y="127948"/>
                  <a:pt x="58856" y="127948"/>
                </a:cubicBezTo>
                <a:cubicBezTo>
                  <a:pt x="63110" y="127948"/>
                  <a:pt x="66533" y="124525"/>
                  <a:pt x="66533" y="120271"/>
                </a:cubicBezTo>
                <a:lnTo>
                  <a:pt x="66533" y="84446"/>
                </a:lnTo>
                <a:close/>
                <a:moveTo>
                  <a:pt x="92122" y="76769"/>
                </a:moveTo>
                <a:cubicBezTo>
                  <a:pt x="87868" y="76769"/>
                  <a:pt x="84446" y="80191"/>
                  <a:pt x="84446" y="84446"/>
                </a:cubicBezTo>
                <a:lnTo>
                  <a:pt x="84446" y="120271"/>
                </a:lnTo>
                <a:cubicBezTo>
                  <a:pt x="84446" y="124525"/>
                  <a:pt x="87868" y="127948"/>
                  <a:pt x="92122" y="127948"/>
                </a:cubicBezTo>
                <a:cubicBezTo>
                  <a:pt x="96377" y="127948"/>
                  <a:pt x="99799" y="124525"/>
                  <a:pt x="99799" y="120271"/>
                </a:cubicBezTo>
                <a:lnTo>
                  <a:pt x="99799" y="84446"/>
                </a:lnTo>
                <a:cubicBezTo>
                  <a:pt x="99799" y="80191"/>
                  <a:pt x="96377" y="76769"/>
                  <a:pt x="92122" y="76769"/>
                </a:cubicBezTo>
                <a:close/>
                <a:moveTo>
                  <a:pt x="133066" y="84446"/>
                </a:moveTo>
                <a:cubicBezTo>
                  <a:pt x="133066" y="80191"/>
                  <a:pt x="129643" y="76769"/>
                  <a:pt x="125389" y="76769"/>
                </a:cubicBezTo>
                <a:cubicBezTo>
                  <a:pt x="121135" y="76769"/>
                  <a:pt x="117712" y="80191"/>
                  <a:pt x="117712" y="84446"/>
                </a:cubicBezTo>
                <a:lnTo>
                  <a:pt x="117712" y="120271"/>
                </a:lnTo>
                <a:cubicBezTo>
                  <a:pt x="117712" y="124525"/>
                  <a:pt x="121135" y="127948"/>
                  <a:pt x="125389" y="127948"/>
                </a:cubicBezTo>
                <a:cubicBezTo>
                  <a:pt x="129643" y="127948"/>
                  <a:pt x="133066" y="124525"/>
                  <a:pt x="133066" y="120271"/>
                </a:cubicBezTo>
                <a:lnTo>
                  <a:pt x="133066" y="84446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26061" y="3995611"/>
            <a:ext cx="5231642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Consumables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16795" y="4359551"/>
            <a:ext cx="1883391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Polypropylene bags (10,000 pcs)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413498" y="4359551"/>
            <a:ext cx="518615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₹15,000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16795" y="4614309"/>
            <a:ext cx="1574042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Rubber bands (10,000 pcs)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457626" y="4614309"/>
            <a:ext cx="482221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₹2,000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16795" y="4869068"/>
            <a:ext cx="973540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Packaging boxes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453873" y="4869068"/>
            <a:ext cx="482221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₹5,000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16795" y="5127465"/>
            <a:ext cx="5359021" cy="7279"/>
          </a:xfrm>
          <a:custGeom>
            <a:avLst/>
            <a:gdLst/>
            <a:ahLst/>
            <a:cxnLst/>
            <a:rect l="l" t="t" r="r" b="b"/>
            <a:pathLst>
              <a:path w="5359021" h="7279">
                <a:moveTo>
                  <a:pt x="0" y="0"/>
                </a:moveTo>
                <a:lnTo>
                  <a:pt x="5359021" y="0"/>
                </a:lnTo>
                <a:lnTo>
                  <a:pt x="5359021" y="7279"/>
                </a:lnTo>
                <a:lnTo>
                  <a:pt x="0" y="7279"/>
                </a:lnTo>
                <a:lnTo>
                  <a:pt x="0" y="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53106" y="5203891"/>
            <a:ext cx="5422710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Total: </a:t>
            </a:r>
            <a:pPr algn="r">
              <a:lnSpc>
                <a:spcPct val="120000"/>
              </a:lnSpc>
            </a:pPr>
            <a:r>
              <a:rPr lang="en-US" sz="100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₹22,000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74361" y="3846395"/>
            <a:ext cx="5657452" cy="1690503"/>
          </a:xfrm>
          <a:custGeom>
            <a:avLst/>
            <a:gdLst/>
            <a:ahLst/>
            <a:cxnLst/>
            <a:rect l="l" t="t" r="r" b="b"/>
            <a:pathLst>
              <a:path w="5657452" h="1690503">
                <a:moveTo>
                  <a:pt x="109190" y="0"/>
                </a:moveTo>
                <a:lnTo>
                  <a:pt x="5548262" y="0"/>
                </a:lnTo>
                <a:cubicBezTo>
                  <a:pt x="5608566" y="0"/>
                  <a:pt x="5657452" y="48886"/>
                  <a:pt x="5657452" y="109190"/>
                </a:cubicBezTo>
                <a:lnTo>
                  <a:pt x="5657452" y="1581313"/>
                </a:lnTo>
                <a:cubicBezTo>
                  <a:pt x="5657452" y="1641617"/>
                  <a:pt x="5608566" y="1690503"/>
                  <a:pt x="5548262" y="1690503"/>
                </a:cubicBezTo>
                <a:lnTo>
                  <a:pt x="109190" y="1690503"/>
                </a:lnTo>
                <a:cubicBezTo>
                  <a:pt x="48886" y="1690503"/>
                  <a:pt x="0" y="1641617"/>
                  <a:pt x="0" y="1581313"/>
                </a:cubicBezTo>
                <a:lnTo>
                  <a:pt x="0" y="109190"/>
                </a:lnTo>
                <a:cubicBezTo>
                  <a:pt x="0" y="48926"/>
                  <a:pt x="48926" y="0"/>
                  <a:pt x="10919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356559" y="4041103"/>
            <a:ext cx="143301" cy="163773"/>
          </a:xfrm>
          <a:custGeom>
            <a:avLst/>
            <a:gdLst/>
            <a:ahLst/>
            <a:cxnLst/>
            <a:rect l="l" t="t" r="r" b="b"/>
            <a:pathLst>
              <a:path w="143301" h="163773">
                <a:moveTo>
                  <a:pt x="108372" y="-3167"/>
                </a:moveTo>
                <a:cubicBezTo>
                  <a:pt x="112178" y="-416"/>
                  <a:pt x="113586" y="4574"/>
                  <a:pt x="111858" y="8924"/>
                </a:cubicBezTo>
                <a:lnTo>
                  <a:pt x="86781" y="71651"/>
                </a:lnTo>
                <a:lnTo>
                  <a:pt x="133066" y="71651"/>
                </a:lnTo>
                <a:cubicBezTo>
                  <a:pt x="137384" y="71651"/>
                  <a:pt x="141222" y="74338"/>
                  <a:pt x="142694" y="78400"/>
                </a:cubicBezTo>
                <a:cubicBezTo>
                  <a:pt x="144165" y="82462"/>
                  <a:pt x="142918" y="87004"/>
                  <a:pt x="139623" y="89755"/>
                </a:cubicBezTo>
                <a:lnTo>
                  <a:pt x="47501" y="166524"/>
                </a:lnTo>
                <a:cubicBezTo>
                  <a:pt x="43886" y="169531"/>
                  <a:pt x="38736" y="169691"/>
                  <a:pt x="34930" y="166940"/>
                </a:cubicBezTo>
                <a:cubicBezTo>
                  <a:pt x="31123" y="164189"/>
                  <a:pt x="29716" y="159199"/>
                  <a:pt x="31443" y="154849"/>
                </a:cubicBezTo>
                <a:lnTo>
                  <a:pt x="56521" y="92122"/>
                </a:lnTo>
                <a:lnTo>
                  <a:pt x="10236" y="92122"/>
                </a:lnTo>
                <a:cubicBezTo>
                  <a:pt x="5918" y="92122"/>
                  <a:pt x="2079" y="89435"/>
                  <a:pt x="608" y="85373"/>
                </a:cubicBezTo>
                <a:cubicBezTo>
                  <a:pt x="-864" y="81311"/>
                  <a:pt x="384" y="76769"/>
                  <a:pt x="3678" y="74018"/>
                </a:cubicBezTo>
                <a:lnTo>
                  <a:pt x="95801" y="-2751"/>
                </a:lnTo>
                <a:cubicBezTo>
                  <a:pt x="99415" y="-5758"/>
                  <a:pt x="104565" y="-5918"/>
                  <a:pt x="108372" y="-3167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532842" y="3995611"/>
            <a:ext cx="5231642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Utilities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23577" y="4359551"/>
            <a:ext cx="1255594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(50,000 liters)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993158" y="4359551"/>
            <a:ext cx="746078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₹500-1,000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23577" y="4614309"/>
            <a:ext cx="1355678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Electricity (5,000 kWh)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696433" y="4614309"/>
            <a:ext cx="1046328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₹50,000-70,000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23577" y="4869068"/>
            <a:ext cx="116460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Fuel (pasteurization)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756483" y="4869068"/>
            <a:ext cx="98263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₹10,000-15,000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23577" y="5127465"/>
            <a:ext cx="5359021" cy="7279"/>
          </a:xfrm>
          <a:custGeom>
            <a:avLst/>
            <a:gdLst/>
            <a:ahLst/>
            <a:cxnLst/>
            <a:rect l="l" t="t" r="r" b="b"/>
            <a:pathLst>
              <a:path w="5359021" h="7279">
                <a:moveTo>
                  <a:pt x="0" y="0"/>
                </a:moveTo>
                <a:lnTo>
                  <a:pt x="5359021" y="0"/>
                </a:lnTo>
                <a:lnTo>
                  <a:pt x="5359021" y="7279"/>
                </a:lnTo>
                <a:lnTo>
                  <a:pt x="0" y="7279"/>
                </a:lnTo>
                <a:lnTo>
                  <a:pt x="0" y="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259887" y="5203891"/>
            <a:ext cx="5422710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3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Total: </a:t>
            </a:r>
            <a:pPr algn="r">
              <a:lnSpc>
                <a:spcPct val="120000"/>
              </a:lnSpc>
            </a:pPr>
            <a:r>
              <a:rPr lang="en-US" sz="1003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₹60,500-86,000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67580" y="5687932"/>
            <a:ext cx="11462300" cy="807947"/>
          </a:xfrm>
          <a:custGeom>
            <a:avLst/>
            <a:gdLst/>
            <a:ahLst/>
            <a:cxnLst/>
            <a:rect l="l" t="t" r="r" b="b"/>
            <a:pathLst>
              <a:path w="11462300" h="807947">
                <a:moveTo>
                  <a:pt x="109186" y="0"/>
                </a:moveTo>
                <a:lnTo>
                  <a:pt x="11353114" y="0"/>
                </a:lnTo>
                <a:cubicBezTo>
                  <a:pt x="11413415" y="0"/>
                  <a:pt x="11462300" y="48884"/>
                  <a:pt x="11462300" y="109186"/>
                </a:cubicBezTo>
                <a:lnTo>
                  <a:pt x="11462300" y="698761"/>
                </a:lnTo>
                <a:cubicBezTo>
                  <a:pt x="11462300" y="759063"/>
                  <a:pt x="11413415" y="807947"/>
                  <a:pt x="11353114" y="807947"/>
                </a:cubicBezTo>
                <a:lnTo>
                  <a:pt x="109186" y="807947"/>
                </a:lnTo>
                <a:cubicBezTo>
                  <a:pt x="48925" y="807947"/>
                  <a:pt x="0" y="759023"/>
                  <a:pt x="0" y="698761"/>
                </a:cubicBezTo>
                <a:lnTo>
                  <a:pt x="0" y="109186"/>
                </a:lnTo>
                <a:cubicBezTo>
                  <a:pt x="0" y="48925"/>
                  <a:pt x="48925" y="0"/>
                  <a:pt x="109186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84950" y="5837148"/>
            <a:ext cx="274774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Input Cost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62204" y="6055512"/>
            <a:ext cx="2793242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9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₹2,00,000-2,50,000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311857" y="5837148"/>
            <a:ext cx="274774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Output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3289110" y="6055512"/>
            <a:ext cx="2793242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9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2,000 kg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138877" y="5837148"/>
            <a:ext cx="274774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@ ₹100/kg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116131" y="6055512"/>
            <a:ext cx="2793242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9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₹2,00,000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965897" y="5837148"/>
            <a:ext cx="2747749" cy="18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3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Margin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943150" y="6055512"/>
            <a:ext cx="2793242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9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20-30%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486" y="401383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28560" y="493366"/>
            <a:ext cx="150519" cy="150519"/>
          </a:xfrm>
          <a:custGeom>
            <a:avLst/>
            <a:gdLst/>
            <a:ahLst/>
            <a:cxnLst/>
            <a:rect l="l" t="t" r="r" b="b"/>
            <a:pathLst>
              <a:path w="150519" h="150519">
                <a:moveTo>
                  <a:pt x="9407" y="9407"/>
                </a:moveTo>
                <a:cubicBezTo>
                  <a:pt x="4204" y="9407"/>
                  <a:pt x="0" y="13611"/>
                  <a:pt x="0" y="18815"/>
                </a:cubicBezTo>
                <a:lnTo>
                  <a:pt x="0" y="127000"/>
                </a:lnTo>
                <a:cubicBezTo>
                  <a:pt x="0" y="134791"/>
                  <a:pt x="6321" y="141111"/>
                  <a:pt x="14111" y="141111"/>
                </a:cubicBezTo>
                <a:lnTo>
                  <a:pt x="136407" y="141111"/>
                </a:lnTo>
                <a:cubicBezTo>
                  <a:pt x="144198" y="141111"/>
                  <a:pt x="150519" y="134791"/>
                  <a:pt x="150519" y="127000"/>
                </a:cubicBezTo>
                <a:lnTo>
                  <a:pt x="150519" y="44744"/>
                </a:lnTo>
                <a:cubicBezTo>
                  <a:pt x="150519" y="39394"/>
                  <a:pt x="144815" y="36013"/>
                  <a:pt x="140112" y="38541"/>
                </a:cubicBezTo>
                <a:lnTo>
                  <a:pt x="94074" y="63324"/>
                </a:lnTo>
                <a:lnTo>
                  <a:pt x="94074" y="44744"/>
                </a:lnTo>
                <a:cubicBezTo>
                  <a:pt x="94074" y="39394"/>
                  <a:pt x="88371" y="36013"/>
                  <a:pt x="83667" y="38541"/>
                </a:cubicBezTo>
                <a:lnTo>
                  <a:pt x="37630" y="63324"/>
                </a:lnTo>
                <a:lnTo>
                  <a:pt x="37630" y="18815"/>
                </a:lnTo>
                <a:cubicBezTo>
                  <a:pt x="37630" y="13611"/>
                  <a:pt x="33426" y="9407"/>
                  <a:pt x="28222" y="9407"/>
                </a:cubicBezTo>
                <a:lnTo>
                  <a:pt x="9407" y="9407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69317" y="334486"/>
            <a:ext cx="396365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spc="46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9317" y="501728"/>
            <a:ext cx="4030551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Farm Infrastructure Requirements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9317" y="869663"/>
            <a:ext cx="11155095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machinery and equipment inventory for 25-room mushroom farm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7830" y="1207493"/>
            <a:ext cx="5701307" cy="1846360"/>
          </a:xfrm>
          <a:custGeom>
            <a:avLst/>
            <a:gdLst/>
            <a:ahLst/>
            <a:cxnLst/>
            <a:rect l="l" t="t" r="r" b="b"/>
            <a:pathLst>
              <a:path w="5701307" h="1846360">
                <a:moveTo>
                  <a:pt x="100350" y="0"/>
                </a:moveTo>
                <a:lnTo>
                  <a:pt x="5600957" y="0"/>
                </a:lnTo>
                <a:cubicBezTo>
                  <a:pt x="5656379" y="0"/>
                  <a:pt x="5701307" y="44928"/>
                  <a:pt x="5701307" y="100350"/>
                </a:cubicBezTo>
                <a:lnTo>
                  <a:pt x="5701307" y="1746011"/>
                </a:lnTo>
                <a:cubicBezTo>
                  <a:pt x="5701307" y="1801432"/>
                  <a:pt x="5656379" y="1846360"/>
                  <a:pt x="5600957" y="1846360"/>
                </a:cubicBezTo>
                <a:lnTo>
                  <a:pt x="100350" y="1846360"/>
                </a:lnTo>
                <a:cubicBezTo>
                  <a:pt x="44928" y="1846360"/>
                  <a:pt x="0" y="1801432"/>
                  <a:pt x="0" y="1746011"/>
                </a:cubicBezTo>
                <a:lnTo>
                  <a:pt x="0" y="100350"/>
                </a:lnTo>
                <a:cubicBezTo>
                  <a:pt x="0" y="44965"/>
                  <a:pt x="44965" y="0"/>
                  <a:pt x="10035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41521" y="1311184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66897" y="0"/>
                </a:moveTo>
                <a:lnTo>
                  <a:pt x="200691" y="0"/>
                </a:lnTo>
                <a:cubicBezTo>
                  <a:pt x="237638" y="0"/>
                  <a:pt x="267588" y="29951"/>
                  <a:pt x="267588" y="66897"/>
                </a:cubicBezTo>
                <a:lnTo>
                  <a:pt x="267588" y="200691"/>
                </a:lnTo>
                <a:cubicBezTo>
                  <a:pt x="267588" y="237638"/>
                  <a:pt x="237638" y="267588"/>
                  <a:pt x="200691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18871" y="1386443"/>
            <a:ext cx="117070" cy="117070"/>
          </a:xfrm>
          <a:custGeom>
            <a:avLst/>
            <a:gdLst/>
            <a:ahLst/>
            <a:cxnLst/>
            <a:rect l="l" t="t" r="r" b="b"/>
            <a:pathLst>
              <a:path w="117070" h="117070">
                <a:moveTo>
                  <a:pt x="43901" y="58535"/>
                </a:moveTo>
                <a:lnTo>
                  <a:pt x="34869" y="67567"/>
                </a:lnTo>
                <a:cubicBezTo>
                  <a:pt x="31988" y="66446"/>
                  <a:pt x="28879" y="65852"/>
                  <a:pt x="25609" y="65852"/>
                </a:cubicBezTo>
                <a:cubicBezTo>
                  <a:pt x="11455" y="65852"/>
                  <a:pt x="0" y="77307"/>
                  <a:pt x="0" y="91461"/>
                </a:cubicBezTo>
                <a:cubicBezTo>
                  <a:pt x="0" y="105614"/>
                  <a:pt x="11455" y="117070"/>
                  <a:pt x="25609" y="117070"/>
                </a:cubicBezTo>
                <a:cubicBezTo>
                  <a:pt x="39763" y="117070"/>
                  <a:pt x="51218" y="105614"/>
                  <a:pt x="51218" y="91461"/>
                </a:cubicBezTo>
                <a:cubicBezTo>
                  <a:pt x="51218" y="88191"/>
                  <a:pt x="50601" y="85082"/>
                  <a:pt x="49503" y="82200"/>
                </a:cubicBezTo>
                <a:lnTo>
                  <a:pt x="114143" y="17560"/>
                </a:lnTo>
                <a:cubicBezTo>
                  <a:pt x="115767" y="15937"/>
                  <a:pt x="115767" y="13330"/>
                  <a:pt x="114143" y="11707"/>
                </a:cubicBezTo>
                <a:cubicBezTo>
                  <a:pt x="107672" y="5236"/>
                  <a:pt x="97200" y="5236"/>
                  <a:pt x="90729" y="11707"/>
                </a:cubicBezTo>
                <a:lnTo>
                  <a:pt x="58535" y="43901"/>
                </a:lnTo>
                <a:lnTo>
                  <a:pt x="49503" y="34869"/>
                </a:lnTo>
                <a:cubicBezTo>
                  <a:pt x="50624" y="31988"/>
                  <a:pt x="51218" y="28879"/>
                  <a:pt x="51218" y="25609"/>
                </a:cubicBezTo>
                <a:cubicBezTo>
                  <a:pt x="51218" y="11455"/>
                  <a:pt x="39763" y="0"/>
                  <a:pt x="25609" y="0"/>
                </a:cubicBezTo>
                <a:cubicBezTo>
                  <a:pt x="11455" y="0"/>
                  <a:pt x="0" y="11455"/>
                  <a:pt x="0" y="25609"/>
                </a:cubicBezTo>
                <a:cubicBezTo>
                  <a:pt x="0" y="39763"/>
                  <a:pt x="11455" y="51218"/>
                  <a:pt x="25609" y="51218"/>
                </a:cubicBezTo>
                <a:cubicBezTo>
                  <a:pt x="28879" y="51218"/>
                  <a:pt x="31988" y="50601"/>
                  <a:pt x="34869" y="49503"/>
                </a:cubicBezTo>
                <a:lnTo>
                  <a:pt x="43901" y="58535"/>
                </a:lnTo>
                <a:close/>
                <a:moveTo>
                  <a:pt x="66286" y="80920"/>
                </a:moveTo>
                <a:lnTo>
                  <a:pt x="90729" y="105363"/>
                </a:lnTo>
                <a:cubicBezTo>
                  <a:pt x="97200" y="111834"/>
                  <a:pt x="107672" y="111834"/>
                  <a:pt x="114143" y="105363"/>
                </a:cubicBezTo>
                <a:cubicBezTo>
                  <a:pt x="115767" y="103740"/>
                  <a:pt x="115767" y="101133"/>
                  <a:pt x="114143" y="99509"/>
                </a:cubicBezTo>
                <a:lnTo>
                  <a:pt x="80920" y="66286"/>
                </a:lnTo>
                <a:lnTo>
                  <a:pt x="66286" y="80920"/>
                </a:lnTo>
                <a:close/>
                <a:moveTo>
                  <a:pt x="14634" y="25609"/>
                </a:moveTo>
                <a:cubicBezTo>
                  <a:pt x="14634" y="19552"/>
                  <a:pt x="19552" y="14634"/>
                  <a:pt x="25609" y="14634"/>
                </a:cubicBezTo>
                <a:cubicBezTo>
                  <a:pt x="31666" y="14634"/>
                  <a:pt x="36584" y="19552"/>
                  <a:pt x="36584" y="25609"/>
                </a:cubicBezTo>
                <a:cubicBezTo>
                  <a:pt x="36584" y="31666"/>
                  <a:pt x="31666" y="36584"/>
                  <a:pt x="25609" y="36584"/>
                </a:cubicBezTo>
                <a:cubicBezTo>
                  <a:pt x="19552" y="36584"/>
                  <a:pt x="14634" y="31666"/>
                  <a:pt x="14634" y="25609"/>
                </a:cubicBezTo>
                <a:close/>
                <a:moveTo>
                  <a:pt x="25609" y="80486"/>
                </a:moveTo>
                <a:cubicBezTo>
                  <a:pt x="31666" y="80486"/>
                  <a:pt x="36584" y="85403"/>
                  <a:pt x="36584" y="91461"/>
                </a:cubicBezTo>
                <a:cubicBezTo>
                  <a:pt x="36584" y="97518"/>
                  <a:pt x="31666" y="102436"/>
                  <a:pt x="25609" y="102436"/>
                </a:cubicBezTo>
                <a:cubicBezTo>
                  <a:pt x="19552" y="102436"/>
                  <a:pt x="14634" y="97518"/>
                  <a:pt x="14634" y="91461"/>
                </a:cubicBezTo>
                <a:cubicBezTo>
                  <a:pt x="14634" y="85403"/>
                  <a:pt x="19552" y="80486"/>
                  <a:pt x="25609" y="8048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6007" y="1344633"/>
            <a:ext cx="1329580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Substrate Processing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1521" y="1645670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8418" y="1712567"/>
            <a:ext cx="1271045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Straw chopper machine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56473" y="1712567"/>
            <a:ext cx="57698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₹80K-1.2L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1521" y="1980155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8418" y="2047052"/>
            <a:ext cx="85293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Mixing machine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28565" y="2047052"/>
            <a:ext cx="60207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₹50K-80K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1521" y="2314641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8418" y="2381538"/>
            <a:ext cx="1622255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Bag filling machine (semi-auto)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57414" y="2381538"/>
            <a:ext cx="56862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₹1.5L-2.5L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1521" y="2649126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8418" y="2716023"/>
            <a:ext cx="107871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Pasteurization boiler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09500" y="2716023"/>
            <a:ext cx="41810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₹3L-5L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48577" y="1207493"/>
            <a:ext cx="5701307" cy="1846360"/>
          </a:xfrm>
          <a:custGeom>
            <a:avLst/>
            <a:gdLst/>
            <a:ahLst/>
            <a:cxnLst/>
            <a:rect l="l" t="t" r="r" b="b"/>
            <a:pathLst>
              <a:path w="5701307" h="1846360">
                <a:moveTo>
                  <a:pt x="100350" y="0"/>
                </a:moveTo>
                <a:lnTo>
                  <a:pt x="5600957" y="0"/>
                </a:lnTo>
                <a:cubicBezTo>
                  <a:pt x="5656379" y="0"/>
                  <a:pt x="5701307" y="44928"/>
                  <a:pt x="5701307" y="100350"/>
                </a:cubicBezTo>
                <a:lnTo>
                  <a:pt x="5701307" y="1746011"/>
                </a:lnTo>
                <a:cubicBezTo>
                  <a:pt x="5701307" y="1801432"/>
                  <a:pt x="5656379" y="1846360"/>
                  <a:pt x="5600957" y="1846360"/>
                </a:cubicBezTo>
                <a:lnTo>
                  <a:pt x="100350" y="1846360"/>
                </a:lnTo>
                <a:cubicBezTo>
                  <a:pt x="44928" y="1846360"/>
                  <a:pt x="0" y="1801432"/>
                  <a:pt x="0" y="1746011"/>
                </a:cubicBezTo>
                <a:lnTo>
                  <a:pt x="0" y="100350"/>
                </a:lnTo>
                <a:cubicBezTo>
                  <a:pt x="0" y="44965"/>
                  <a:pt x="44965" y="0"/>
                  <a:pt x="10035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252267" y="1311184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66897" y="0"/>
                </a:moveTo>
                <a:lnTo>
                  <a:pt x="200691" y="0"/>
                </a:lnTo>
                <a:cubicBezTo>
                  <a:pt x="237638" y="0"/>
                  <a:pt x="267588" y="29951"/>
                  <a:pt x="267588" y="66897"/>
                </a:cubicBezTo>
                <a:lnTo>
                  <a:pt x="267588" y="200691"/>
                </a:lnTo>
                <a:cubicBezTo>
                  <a:pt x="267588" y="237638"/>
                  <a:pt x="237638" y="267588"/>
                  <a:pt x="200691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29617" y="1386443"/>
            <a:ext cx="117070" cy="117070"/>
          </a:xfrm>
          <a:custGeom>
            <a:avLst/>
            <a:gdLst/>
            <a:ahLst/>
            <a:cxnLst/>
            <a:rect l="l" t="t" r="r" b="b"/>
            <a:pathLst>
              <a:path w="117070" h="117070">
                <a:moveTo>
                  <a:pt x="36584" y="32926"/>
                </a:moveTo>
                <a:cubicBezTo>
                  <a:pt x="36584" y="14748"/>
                  <a:pt x="51332" y="0"/>
                  <a:pt x="69510" y="0"/>
                </a:cubicBezTo>
                <a:cubicBezTo>
                  <a:pt x="71522" y="0"/>
                  <a:pt x="73169" y="1646"/>
                  <a:pt x="73169" y="3658"/>
                </a:cubicBezTo>
                <a:lnTo>
                  <a:pt x="73169" y="38459"/>
                </a:lnTo>
                <a:cubicBezTo>
                  <a:pt x="76599" y="37247"/>
                  <a:pt x="80303" y="36584"/>
                  <a:pt x="84144" y="36584"/>
                </a:cubicBezTo>
                <a:cubicBezTo>
                  <a:pt x="102322" y="36584"/>
                  <a:pt x="117070" y="51332"/>
                  <a:pt x="117070" y="69510"/>
                </a:cubicBezTo>
                <a:cubicBezTo>
                  <a:pt x="117070" y="71522"/>
                  <a:pt x="115424" y="73169"/>
                  <a:pt x="113412" y="73169"/>
                </a:cubicBezTo>
                <a:lnTo>
                  <a:pt x="78611" y="73169"/>
                </a:lnTo>
                <a:cubicBezTo>
                  <a:pt x="79823" y="76599"/>
                  <a:pt x="80486" y="80303"/>
                  <a:pt x="80486" y="84144"/>
                </a:cubicBezTo>
                <a:cubicBezTo>
                  <a:pt x="80486" y="102322"/>
                  <a:pt x="65738" y="117070"/>
                  <a:pt x="47560" y="117070"/>
                </a:cubicBezTo>
                <a:cubicBezTo>
                  <a:pt x="45548" y="117070"/>
                  <a:pt x="43901" y="115424"/>
                  <a:pt x="43901" y="113412"/>
                </a:cubicBezTo>
                <a:lnTo>
                  <a:pt x="43901" y="78611"/>
                </a:lnTo>
                <a:cubicBezTo>
                  <a:pt x="40471" y="79823"/>
                  <a:pt x="36767" y="80486"/>
                  <a:pt x="32926" y="80486"/>
                </a:cubicBezTo>
                <a:cubicBezTo>
                  <a:pt x="14748" y="80486"/>
                  <a:pt x="0" y="65738"/>
                  <a:pt x="0" y="47560"/>
                </a:cubicBezTo>
                <a:cubicBezTo>
                  <a:pt x="0" y="45548"/>
                  <a:pt x="1646" y="43901"/>
                  <a:pt x="3658" y="43901"/>
                </a:cubicBezTo>
                <a:lnTo>
                  <a:pt x="38459" y="43901"/>
                </a:lnTo>
                <a:cubicBezTo>
                  <a:pt x="37247" y="40471"/>
                  <a:pt x="36584" y="36767"/>
                  <a:pt x="36584" y="32926"/>
                </a:cubicBezTo>
                <a:close/>
                <a:moveTo>
                  <a:pt x="58535" y="65852"/>
                </a:moveTo>
                <a:cubicBezTo>
                  <a:pt x="62573" y="65852"/>
                  <a:pt x="65852" y="62573"/>
                  <a:pt x="65852" y="58535"/>
                </a:cubicBezTo>
                <a:cubicBezTo>
                  <a:pt x="65852" y="54497"/>
                  <a:pt x="62573" y="51218"/>
                  <a:pt x="58535" y="51218"/>
                </a:cubicBezTo>
                <a:cubicBezTo>
                  <a:pt x="54497" y="51218"/>
                  <a:pt x="51218" y="54497"/>
                  <a:pt x="51218" y="58535"/>
                </a:cubicBezTo>
                <a:cubicBezTo>
                  <a:pt x="51218" y="62573"/>
                  <a:pt x="54497" y="65852"/>
                  <a:pt x="58535" y="65852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86753" y="1344633"/>
            <a:ext cx="1689152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Climate Control (Per Room)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52267" y="1645670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19165" y="1712567"/>
            <a:ext cx="125432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Handling Unit (AHU)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236312" y="1712567"/>
            <a:ext cx="50172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₹2.5L-4L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52267" y="1980155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19165" y="2047052"/>
            <a:ext cx="166406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Chiller unit (shared 5-10 rooms)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228263" y="2047052"/>
            <a:ext cx="51009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₹3.5L-6L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52267" y="2314641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319165" y="2381538"/>
            <a:ext cx="118742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Humidification system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56695" y="2381538"/>
            <a:ext cx="48500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₹50K-1L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52267" y="2649126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319165" y="2716023"/>
            <a:ext cx="117906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Exhaust fans (×2 units)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48614" y="2716023"/>
            <a:ext cx="593712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₹20K-40K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37830" y="3160890"/>
            <a:ext cx="5701307" cy="1511875"/>
          </a:xfrm>
          <a:custGeom>
            <a:avLst/>
            <a:gdLst/>
            <a:ahLst/>
            <a:cxnLst/>
            <a:rect l="l" t="t" r="r" b="b"/>
            <a:pathLst>
              <a:path w="5701307" h="1511875">
                <a:moveTo>
                  <a:pt x="100343" y="0"/>
                </a:moveTo>
                <a:lnTo>
                  <a:pt x="5600964" y="0"/>
                </a:lnTo>
                <a:cubicBezTo>
                  <a:pt x="5656382" y="0"/>
                  <a:pt x="5701307" y="44925"/>
                  <a:pt x="5701307" y="100343"/>
                </a:cubicBezTo>
                <a:lnTo>
                  <a:pt x="5701307" y="1411532"/>
                </a:lnTo>
                <a:cubicBezTo>
                  <a:pt x="5701307" y="1466950"/>
                  <a:pt x="5656382" y="1511875"/>
                  <a:pt x="5600964" y="1511875"/>
                </a:cubicBezTo>
                <a:lnTo>
                  <a:pt x="100343" y="1511875"/>
                </a:lnTo>
                <a:cubicBezTo>
                  <a:pt x="44925" y="1511875"/>
                  <a:pt x="0" y="1466950"/>
                  <a:pt x="0" y="1411532"/>
                </a:cubicBezTo>
                <a:lnTo>
                  <a:pt x="0" y="100343"/>
                </a:lnTo>
                <a:cubicBezTo>
                  <a:pt x="0" y="44925"/>
                  <a:pt x="44925" y="0"/>
                  <a:pt x="100343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41521" y="3264581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66897" y="0"/>
                </a:moveTo>
                <a:lnTo>
                  <a:pt x="200691" y="0"/>
                </a:lnTo>
                <a:cubicBezTo>
                  <a:pt x="237638" y="0"/>
                  <a:pt x="267588" y="29951"/>
                  <a:pt x="267588" y="66897"/>
                </a:cubicBezTo>
                <a:lnTo>
                  <a:pt x="267588" y="200691"/>
                </a:lnTo>
                <a:cubicBezTo>
                  <a:pt x="267588" y="237638"/>
                  <a:pt x="237638" y="267588"/>
                  <a:pt x="200691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11554" y="3339840"/>
            <a:ext cx="131704" cy="117070"/>
          </a:xfrm>
          <a:custGeom>
            <a:avLst/>
            <a:gdLst/>
            <a:ahLst/>
            <a:cxnLst/>
            <a:rect l="l" t="t" r="r" b="b"/>
            <a:pathLst>
              <a:path w="131704" h="117070">
                <a:moveTo>
                  <a:pt x="0" y="32491"/>
                </a:moveTo>
                <a:lnTo>
                  <a:pt x="0" y="109753"/>
                </a:lnTo>
                <a:cubicBezTo>
                  <a:pt x="0" y="113800"/>
                  <a:pt x="3270" y="117070"/>
                  <a:pt x="7317" y="117070"/>
                </a:cubicBezTo>
                <a:cubicBezTo>
                  <a:pt x="11364" y="117070"/>
                  <a:pt x="14634" y="113800"/>
                  <a:pt x="14634" y="109753"/>
                </a:cubicBezTo>
                <a:lnTo>
                  <a:pt x="14634" y="54877"/>
                </a:lnTo>
                <a:cubicBezTo>
                  <a:pt x="14634" y="50829"/>
                  <a:pt x="17903" y="47560"/>
                  <a:pt x="21951" y="47560"/>
                </a:cubicBezTo>
                <a:lnTo>
                  <a:pt x="109753" y="47560"/>
                </a:lnTo>
                <a:cubicBezTo>
                  <a:pt x="113800" y="47560"/>
                  <a:pt x="117070" y="50829"/>
                  <a:pt x="117070" y="54877"/>
                </a:cubicBezTo>
                <a:lnTo>
                  <a:pt x="117070" y="109753"/>
                </a:lnTo>
                <a:cubicBezTo>
                  <a:pt x="117070" y="113800"/>
                  <a:pt x="120340" y="117070"/>
                  <a:pt x="124387" y="117070"/>
                </a:cubicBezTo>
                <a:cubicBezTo>
                  <a:pt x="128434" y="117070"/>
                  <a:pt x="131704" y="113800"/>
                  <a:pt x="131704" y="109753"/>
                </a:cubicBezTo>
                <a:lnTo>
                  <a:pt x="131704" y="32491"/>
                </a:lnTo>
                <a:cubicBezTo>
                  <a:pt x="131704" y="26204"/>
                  <a:pt x="127679" y="20602"/>
                  <a:pt x="121689" y="18612"/>
                </a:cubicBezTo>
                <a:lnTo>
                  <a:pt x="69327" y="1166"/>
                </a:lnTo>
                <a:cubicBezTo>
                  <a:pt x="67064" y="412"/>
                  <a:pt x="64640" y="412"/>
                  <a:pt x="62376" y="1166"/>
                </a:cubicBezTo>
                <a:lnTo>
                  <a:pt x="10015" y="18612"/>
                </a:lnTo>
                <a:cubicBezTo>
                  <a:pt x="4024" y="20602"/>
                  <a:pt x="0" y="26204"/>
                  <a:pt x="0" y="32491"/>
                </a:cubicBezTo>
                <a:close/>
                <a:moveTo>
                  <a:pt x="106095" y="58535"/>
                </a:moveTo>
                <a:lnTo>
                  <a:pt x="25609" y="58535"/>
                </a:lnTo>
                <a:lnTo>
                  <a:pt x="25609" y="73169"/>
                </a:lnTo>
                <a:lnTo>
                  <a:pt x="106095" y="73169"/>
                </a:lnTo>
                <a:lnTo>
                  <a:pt x="106095" y="58535"/>
                </a:lnTo>
                <a:close/>
                <a:moveTo>
                  <a:pt x="25609" y="95119"/>
                </a:moveTo>
                <a:lnTo>
                  <a:pt x="106095" y="95119"/>
                </a:lnTo>
                <a:lnTo>
                  <a:pt x="106095" y="80486"/>
                </a:lnTo>
                <a:lnTo>
                  <a:pt x="25609" y="80486"/>
                </a:lnTo>
                <a:lnTo>
                  <a:pt x="25609" y="95119"/>
                </a:lnTo>
                <a:close/>
                <a:moveTo>
                  <a:pt x="106095" y="102436"/>
                </a:moveTo>
                <a:lnTo>
                  <a:pt x="25609" y="102436"/>
                </a:lnTo>
                <a:lnTo>
                  <a:pt x="25609" y="117070"/>
                </a:lnTo>
                <a:lnTo>
                  <a:pt x="106095" y="117070"/>
                </a:lnTo>
                <a:lnTo>
                  <a:pt x="106095" y="102436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76007" y="3298029"/>
            <a:ext cx="1396477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Growing Infrastructure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1521" y="3599066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08418" y="3665963"/>
            <a:ext cx="152190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Steel racks (vertical shelving)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47002" y="3665963"/>
            <a:ext cx="78604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₹1L-1.5L/room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1521" y="3933552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08418" y="4000449"/>
            <a:ext cx="135466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grow lights (optional)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014566" y="4000449"/>
            <a:ext cx="911473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₹20K-40K/room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1521" y="4268037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08418" y="4334935"/>
            <a:ext cx="1488461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watering system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007981" y="4334935"/>
            <a:ext cx="919835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₹30K-50K/room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48577" y="3160890"/>
            <a:ext cx="5701307" cy="1511875"/>
          </a:xfrm>
          <a:custGeom>
            <a:avLst/>
            <a:gdLst/>
            <a:ahLst/>
            <a:cxnLst/>
            <a:rect l="l" t="t" r="r" b="b"/>
            <a:pathLst>
              <a:path w="5701307" h="1511875">
                <a:moveTo>
                  <a:pt x="100343" y="0"/>
                </a:moveTo>
                <a:lnTo>
                  <a:pt x="5600964" y="0"/>
                </a:lnTo>
                <a:cubicBezTo>
                  <a:pt x="5656382" y="0"/>
                  <a:pt x="5701307" y="44925"/>
                  <a:pt x="5701307" y="100343"/>
                </a:cubicBezTo>
                <a:lnTo>
                  <a:pt x="5701307" y="1411532"/>
                </a:lnTo>
                <a:cubicBezTo>
                  <a:pt x="5701307" y="1466950"/>
                  <a:pt x="5656382" y="1511875"/>
                  <a:pt x="5600964" y="1511875"/>
                </a:cubicBezTo>
                <a:lnTo>
                  <a:pt x="100343" y="1511875"/>
                </a:lnTo>
                <a:cubicBezTo>
                  <a:pt x="44925" y="1511875"/>
                  <a:pt x="0" y="1466950"/>
                  <a:pt x="0" y="1411532"/>
                </a:cubicBezTo>
                <a:lnTo>
                  <a:pt x="0" y="100343"/>
                </a:lnTo>
                <a:cubicBezTo>
                  <a:pt x="0" y="44925"/>
                  <a:pt x="44925" y="0"/>
                  <a:pt x="100343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6252267" y="3264581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66897" y="0"/>
                </a:moveTo>
                <a:lnTo>
                  <a:pt x="200691" y="0"/>
                </a:lnTo>
                <a:cubicBezTo>
                  <a:pt x="237638" y="0"/>
                  <a:pt x="267588" y="29951"/>
                  <a:pt x="267588" y="66897"/>
                </a:cubicBezTo>
                <a:lnTo>
                  <a:pt x="267588" y="200691"/>
                </a:lnTo>
                <a:cubicBezTo>
                  <a:pt x="267588" y="237638"/>
                  <a:pt x="237638" y="267588"/>
                  <a:pt x="200691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329617" y="3339840"/>
            <a:ext cx="117070" cy="117070"/>
          </a:xfrm>
          <a:custGeom>
            <a:avLst/>
            <a:gdLst/>
            <a:ahLst/>
            <a:cxnLst/>
            <a:rect l="l" t="t" r="r" b="b"/>
            <a:pathLst>
              <a:path w="117070" h="117070">
                <a:moveTo>
                  <a:pt x="65898" y="0"/>
                </a:moveTo>
                <a:cubicBezTo>
                  <a:pt x="65898" y="-4047"/>
                  <a:pt x="62628" y="-7317"/>
                  <a:pt x="58581" y="-7317"/>
                </a:cubicBezTo>
                <a:cubicBezTo>
                  <a:pt x="54534" y="-7317"/>
                  <a:pt x="51264" y="-4047"/>
                  <a:pt x="51264" y="0"/>
                </a:cubicBezTo>
                <a:lnTo>
                  <a:pt x="51264" y="14199"/>
                </a:lnTo>
                <a:lnTo>
                  <a:pt x="47834" y="10770"/>
                </a:lnTo>
                <a:cubicBezTo>
                  <a:pt x="45685" y="8620"/>
                  <a:pt x="42209" y="8620"/>
                  <a:pt x="40083" y="10770"/>
                </a:cubicBezTo>
                <a:cubicBezTo>
                  <a:pt x="37956" y="12919"/>
                  <a:pt x="37933" y="16394"/>
                  <a:pt x="40083" y="18521"/>
                </a:cubicBezTo>
                <a:lnTo>
                  <a:pt x="51287" y="29725"/>
                </a:lnTo>
                <a:lnTo>
                  <a:pt x="51287" y="45868"/>
                </a:lnTo>
                <a:lnTo>
                  <a:pt x="37293" y="37796"/>
                </a:lnTo>
                <a:lnTo>
                  <a:pt x="33200" y="22499"/>
                </a:lnTo>
                <a:cubicBezTo>
                  <a:pt x="32423" y="19573"/>
                  <a:pt x="29405" y="17835"/>
                  <a:pt x="26478" y="18612"/>
                </a:cubicBezTo>
                <a:cubicBezTo>
                  <a:pt x="23551" y="19390"/>
                  <a:pt x="21791" y="22408"/>
                  <a:pt x="22568" y="25335"/>
                </a:cubicBezTo>
                <a:lnTo>
                  <a:pt x="23826" y="30022"/>
                </a:lnTo>
                <a:lnTo>
                  <a:pt x="11547" y="22934"/>
                </a:lnTo>
                <a:cubicBezTo>
                  <a:pt x="8049" y="20922"/>
                  <a:pt x="3567" y="22111"/>
                  <a:pt x="1555" y="25609"/>
                </a:cubicBezTo>
                <a:cubicBezTo>
                  <a:pt x="-457" y="29107"/>
                  <a:pt x="732" y="33589"/>
                  <a:pt x="4230" y="35601"/>
                </a:cubicBezTo>
                <a:lnTo>
                  <a:pt x="16509" y="42689"/>
                </a:lnTo>
                <a:lnTo>
                  <a:pt x="11821" y="43947"/>
                </a:lnTo>
                <a:cubicBezTo>
                  <a:pt x="8895" y="44724"/>
                  <a:pt x="7157" y="47743"/>
                  <a:pt x="7934" y="50669"/>
                </a:cubicBezTo>
                <a:cubicBezTo>
                  <a:pt x="8712" y="53596"/>
                  <a:pt x="11730" y="55334"/>
                  <a:pt x="14657" y="54556"/>
                </a:cubicBezTo>
                <a:lnTo>
                  <a:pt x="29953" y="50464"/>
                </a:lnTo>
                <a:lnTo>
                  <a:pt x="43947" y="58535"/>
                </a:lnTo>
                <a:lnTo>
                  <a:pt x="29953" y="66606"/>
                </a:lnTo>
                <a:lnTo>
                  <a:pt x="14657" y="62514"/>
                </a:lnTo>
                <a:cubicBezTo>
                  <a:pt x="11730" y="61736"/>
                  <a:pt x="8712" y="63474"/>
                  <a:pt x="7934" y="66401"/>
                </a:cubicBezTo>
                <a:cubicBezTo>
                  <a:pt x="7157" y="69327"/>
                  <a:pt x="8895" y="72346"/>
                  <a:pt x="11821" y="73123"/>
                </a:cubicBezTo>
                <a:lnTo>
                  <a:pt x="16509" y="74381"/>
                </a:lnTo>
                <a:lnTo>
                  <a:pt x="4230" y="81469"/>
                </a:lnTo>
                <a:cubicBezTo>
                  <a:pt x="732" y="83481"/>
                  <a:pt x="-457" y="87963"/>
                  <a:pt x="1555" y="91461"/>
                </a:cubicBezTo>
                <a:cubicBezTo>
                  <a:pt x="3567" y="94959"/>
                  <a:pt x="8049" y="96171"/>
                  <a:pt x="11547" y="94136"/>
                </a:cubicBezTo>
                <a:lnTo>
                  <a:pt x="23826" y="87048"/>
                </a:lnTo>
                <a:lnTo>
                  <a:pt x="22568" y="91735"/>
                </a:lnTo>
                <a:cubicBezTo>
                  <a:pt x="21791" y="94662"/>
                  <a:pt x="23528" y="97680"/>
                  <a:pt x="26455" y="98458"/>
                </a:cubicBezTo>
                <a:cubicBezTo>
                  <a:pt x="29382" y="99235"/>
                  <a:pt x="32400" y="97497"/>
                  <a:pt x="33177" y="94571"/>
                </a:cubicBezTo>
                <a:lnTo>
                  <a:pt x="37270" y="79274"/>
                </a:lnTo>
                <a:lnTo>
                  <a:pt x="51264" y="71202"/>
                </a:lnTo>
                <a:lnTo>
                  <a:pt x="51264" y="87345"/>
                </a:lnTo>
                <a:lnTo>
                  <a:pt x="40060" y="98549"/>
                </a:lnTo>
                <a:cubicBezTo>
                  <a:pt x="37911" y="100698"/>
                  <a:pt x="37911" y="104174"/>
                  <a:pt x="40060" y="106300"/>
                </a:cubicBezTo>
                <a:cubicBezTo>
                  <a:pt x="42209" y="108427"/>
                  <a:pt x="45685" y="108450"/>
                  <a:pt x="47811" y="106300"/>
                </a:cubicBezTo>
                <a:lnTo>
                  <a:pt x="51241" y="102871"/>
                </a:lnTo>
                <a:lnTo>
                  <a:pt x="51241" y="117070"/>
                </a:lnTo>
                <a:cubicBezTo>
                  <a:pt x="51241" y="121117"/>
                  <a:pt x="54511" y="124387"/>
                  <a:pt x="58558" y="124387"/>
                </a:cubicBezTo>
                <a:cubicBezTo>
                  <a:pt x="62605" y="124387"/>
                  <a:pt x="65875" y="121117"/>
                  <a:pt x="65875" y="117070"/>
                </a:cubicBezTo>
                <a:lnTo>
                  <a:pt x="65875" y="102871"/>
                </a:lnTo>
                <a:lnTo>
                  <a:pt x="69305" y="106300"/>
                </a:lnTo>
                <a:cubicBezTo>
                  <a:pt x="71454" y="108450"/>
                  <a:pt x="74929" y="108450"/>
                  <a:pt x="77056" y="106300"/>
                </a:cubicBezTo>
                <a:cubicBezTo>
                  <a:pt x="79182" y="104151"/>
                  <a:pt x="79205" y="100676"/>
                  <a:pt x="77056" y="98549"/>
                </a:cubicBezTo>
                <a:lnTo>
                  <a:pt x="65852" y="87345"/>
                </a:lnTo>
                <a:lnTo>
                  <a:pt x="65852" y="71202"/>
                </a:lnTo>
                <a:lnTo>
                  <a:pt x="79845" y="79274"/>
                </a:lnTo>
                <a:lnTo>
                  <a:pt x="83938" y="94571"/>
                </a:lnTo>
                <a:cubicBezTo>
                  <a:pt x="84716" y="97497"/>
                  <a:pt x="87734" y="99235"/>
                  <a:pt x="90661" y="98458"/>
                </a:cubicBezTo>
                <a:cubicBezTo>
                  <a:pt x="93587" y="97680"/>
                  <a:pt x="95325" y="94662"/>
                  <a:pt x="94548" y="91735"/>
                </a:cubicBezTo>
                <a:lnTo>
                  <a:pt x="93290" y="87048"/>
                </a:lnTo>
                <a:lnTo>
                  <a:pt x="105569" y="94136"/>
                </a:lnTo>
                <a:cubicBezTo>
                  <a:pt x="109067" y="96148"/>
                  <a:pt x="113549" y="94959"/>
                  <a:pt x="115561" y="91461"/>
                </a:cubicBezTo>
                <a:cubicBezTo>
                  <a:pt x="117573" y="87963"/>
                  <a:pt x="116384" y="83481"/>
                  <a:pt x="112886" y="81469"/>
                </a:cubicBezTo>
                <a:lnTo>
                  <a:pt x="100607" y="74381"/>
                </a:lnTo>
                <a:lnTo>
                  <a:pt x="105294" y="73123"/>
                </a:lnTo>
                <a:cubicBezTo>
                  <a:pt x="108221" y="72346"/>
                  <a:pt x="109959" y="69327"/>
                  <a:pt x="109181" y="66401"/>
                </a:cubicBezTo>
                <a:cubicBezTo>
                  <a:pt x="108404" y="63474"/>
                  <a:pt x="105386" y="61736"/>
                  <a:pt x="102459" y="62514"/>
                </a:cubicBezTo>
                <a:lnTo>
                  <a:pt x="87162" y="66606"/>
                </a:lnTo>
                <a:lnTo>
                  <a:pt x="73169" y="58535"/>
                </a:lnTo>
                <a:lnTo>
                  <a:pt x="87162" y="50464"/>
                </a:lnTo>
                <a:lnTo>
                  <a:pt x="102459" y="54556"/>
                </a:lnTo>
                <a:cubicBezTo>
                  <a:pt x="105386" y="55334"/>
                  <a:pt x="108404" y="53596"/>
                  <a:pt x="109181" y="50669"/>
                </a:cubicBezTo>
                <a:cubicBezTo>
                  <a:pt x="109959" y="47743"/>
                  <a:pt x="108221" y="44724"/>
                  <a:pt x="105294" y="43947"/>
                </a:cubicBezTo>
                <a:lnTo>
                  <a:pt x="100607" y="42689"/>
                </a:lnTo>
                <a:lnTo>
                  <a:pt x="112886" y="35601"/>
                </a:lnTo>
                <a:cubicBezTo>
                  <a:pt x="116384" y="33589"/>
                  <a:pt x="117596" y="29107"/>
                  <a:pt x="115561" y="25609"/>
                </a:cubicBezTo>
                <a:cubicBezTo>
                  <a:pt x="113526" y="22111"/>
                  <a:pt x="109067" y="20922"/>
                  <a:pt x="105569" y="22934"/>
                </a:cubicBezTo>
                <a:lnTo>
                  <a:pt x="93290" y="30022"/>
                </a:lnTo>
                <a:lnTo>
                  <a:pt x="94548" y="25335"/>
                </a:lnTo>
                <a:cubicBezTo>
                  <a:pt x="95325" y="22408"/>
                  <a:pt x="93587" y="19390"/>
                  <a:pt x="90661" y="18612"/>
                </a:cubicBezTo>
                <a:cubicBezTo>
                  <a:pt x="87734" y="17835"/>
                  <a:pt x="84716" y="19573"/>
                  <a:pt x="83938" y="22499"/>
                </a:cubicBezTo>
                <a:lnTo>
                  <a:pt x="79845" y="37796"/>
                </a:lnTo>
                <a:lnTo>
                  <a:pt x="65852" y="45868"/>
                </a:lnTo>
                <a:lnTo>
                  <a:pt x="65852" y="29725"/>
                </a:lnTo>
                <a:lnTo>
                  <a:pt x="77056" y="18521"/>
                </a:lnTo>
                <a:cubicBezTo>
                  <a:pt x="79205" y="16372"/>
                  <a:pt x="79205" y="12896"/>
                  <a:pt x="77056" y="10770"/>
                </a:cubicBezTo>
                <a:cubicBezTo>
                  <a:pt x="74906" y="8643"/>
                  <a:pt x="71431" y="8620"/>
                  <a:pt x="69305" y="10770"/>
                </a:cubicBezTo>
                <a:lnTo>
                  <a:pt x="65875" y="14199"/>
                </a:lnTo>
                <a:lnTo>
                  <a:pt x="65875" y="0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586753" y="3298029"/>
            <a:ext cx="852938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Post-Harvest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52267" y="3599066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319165" y="3665963"/>
            <a:ext cx="131285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 storage unit (4-6°C)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321083" y="3665963"/>
            <a:ext cx="41810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₹4L-8L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52267" y="3933552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319165" y="4000449"/>
            <a:ext cx="88638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Weighing scales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243525" y="4000449"/>
            <a:ext cx="49336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₹5K-10K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52267" y="4268037"/>
            <a:ext cx="5493926" cy="301037"/>
          </a:xfrm>
          <a:custGeom>
            <a:avLst/>
            <a:gdLst/>
            <a:ahLst/>
            <a:cxnLst/>
            <a:rect l="l" t="t" r="r" b="b"/>
            <a:pathLst>
              <a:path w="5493926" h="301037">
                <a:moveTo>
                  <a:pt x="66896" y="0"/>
                </a:moveTo>
                <a:lnTo>
                  <a:pt x="5427029" y="0"/>
                </a:lnTo>
                <a:cubicBezTo>
                  <a:pt x="5463975" y="0"/>
                  <a:pt x="5493926" y="29951"/>
                  <a:pt x="5493926" y="66896"/>
                </a:cubicBezTo>
                <a:lnTo>
                  <a:pt x="5493926" y="234141"/>
                </a:lnTo>
                <a:cubicBezTo>
                  <a:pt x="5493926" y="271086"/>
                  <a:pt x="5463975" y="301037"/>
                  <a:pt x="5427029" y="301037"/>
                </a:cubicBezTo>
                <a:lnTo>
                  <a:pt x="66896" y="301037"/>
                </a:lnTo>
                <a:cubicBezTo>
                  <a:pt x="29951" y="301037"/>
                  <a:pt x="0" y="271086"/>
                  <a:pt x="0" y="234141"/>
                </a:cubicBezTo>
                <a:lnTo>
                  <a:pt x="0" y="66896"/>
                </a:lnTo>
                <a:cubicBezTo>
                  <a:pt x="0" y="29951"/>
                  <a:pt x="29951" y="0"/>
                  <a:pt x="66896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319165" y="4334935"/>
            <a:ext cx="928198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Packaging station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256695" y="4334935"/>
            <a:ext cx="48500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₹50K-1L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37830" y="4779799"/>
            <a:ext cx="11512994" cy="1737653"/>
          </a:xfrm>
          <a:custGeom>
            <a:avLst/>
            <a:gdLst/>
            <a:ahLst/>
            <a:cxnLst/>
            <a:rect l="l" t="t" r="r" b="b"/>
            <a:pathLst>
              <a:path w="11512994" h="1737653">
                <a:moveTo>
                  <a:pt x="100349" y="0"/>
                </a:moveTo>
                <a:lnTo>
                  <a:pt x="11412645" y="0"/>
                </a:lnTo>
                <a:cubicBezTo>
                  <a:pt x="11468066" y="0"/>
                  <a:pt x="11512994" y="44928"/>
                  <a:pt x="11512994" y="100349"/>
                </a:cubicBezTo>
                <a:lnTo>
                  <a:pt x="11512994" y="1637303"/>
                </a:lnTo>
                <a:cubicBezTo>
                  <a:pt x="11512994" y="1692725"/>
                  <a:pt x="11468066" y="1737653"/>
                  <a:pt x="11412645" y="1737653"/>
                </a:cubicBezTo>
                <a:lnTo>
                  <a:pt x="100349" y="1737653"/>
                </a:lnTo>
                <a:cubicBezTo>
                  <a:pt x="44928" y="1737653"/>
                  <a:pt x="0" y="1692725"/>
                  <a:pt x="0" y="1637303"/>
                </a:cubicBezTo>
                <a:lnTo>
                  <a:pt x="0" y="100349"/>
                </a:lnTo>
                <a:cubicBezTo>
                  <a:pt x="0" y="44928"/>
                  <a:pt x="44928" y="0"/>
                  <a:pt x="100349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462426" y="4908576"/>
            <a:ext cx="150519" cy="150519"/>
          </a:xfrm>
          <a:custGeom>
            <a:avLst/>
            <a:gdLst/>
            <a:ahLst/>
            <a:cxnLst/>
            <a:rect l="l" t="t" r="r" b="b"/>
            <a:pathLst>
              <a:path w="150519" h="150519">
                <a:moveTo>
                  <a:pt x="51741" y="7056"/>
                </a:moveTo>
                <a:cubicBezTo>
                  <a:pt x="51741" y="3146"/>
                  <a:pt x="48595" y="0"/>
                  <a:pt x="44685" y="0"/>
                </a:cubicBezTo>
                <a:cubicBezTo>
                  <a:pt x="40775" y="0"/>
                  <a:pt x="37630" y="3146"/>
                  <a:pt x="37630" y="7056"/>
                </a:cubicBezTo>
                <a:lnTo>
                  <a:pt x="37630" y="18815"/>
                </a:lnTo>
                <a:cubicBezTo>
                  <a:pt x="27252" y="18815"/>
                  <a:pt x="18815" y="27252"/>
                  <a:pt x="18815" y="37630"/>
                </a:cubicBezTo>
                <a:lnTo>
                  <a:pt x="7056" y="37630"/>
                </a:lnTo>
                <a:cubicBezTo>
                  <a:pt x="3146" y="37630"/>
                  <a:pt x="0" y="40775"/>
                  <a:pt x="0" y="44685"/>
                </a:cubicBezTo>
                <a:cubicBezTo>
                  <a:pt x="0" y="48595"/>
                  <a:pt x="3146" y="51741"/>
                  <a:pt x="7056" y="51741"/>
                </a:cubicBezTo>
                <a:lnTo>
                  <a:pt x="18815" y="51741"/>
                </a:lnTo>
                <a:lnTo>
                  <a:pt x="18815" y="68204"/>
                </a:lnTo>
                <a:lnTo>
                  <a:pt x="7056" y="68204"/>
                </a:lnTo>
                <a:cubicBezTo>
                  <a:pt x="3146" y="68204"/>
                  <a:pt x="0" y="71349"/>
                  <a:pt x="0" y="75259"/>
                </a:cubicBezTo>
                <a:cubicBezTo>
                  <a:pt x="0" y="79169"/>
                  <a:pt x="3146" y="82315"/>
                  <a:pt x="7056" y="82315"/>
                </a:cubicBezTo>
                <a:lnTo>
                  <a:pt x="18815" y="82315"/>
                </a:lnTo>
                <a:lnTo>
                  <a:pt x="18815" y="98778"/>
                </a:lnTo>
                <a:lnTo>
                  <a:pt x="7056" y="98778"/>
                </a:lnTo>
                <a:cubicBezTo>
                  <a:pt x="3146" y="98778"/>
                  <a:pt x="0" y="101923"/>
                  <a:pt x="0" y="105833"/>
                </a:cubicBezTo>
                <a:cubicBezTo>
                  <a:pt x="0" y="109743"/>
                  <a:pt x="3146" y="112889"/>
                  <a:pt x="7056" y="112889"/>
                </a:cubicBezTo>
                <a:lnTo>
                  <a:pt x="18815" y="112889"/>
                </a:lnTo>
                <a:cubicBezTo>
                  <a:pt x="18815" y="123266"/>
                  <a:pt x="27252" y="131704"/>
                  <a:pt x="37630" y="131704"/>
                </a:cubicBezTo>
                <a:lnTo>
                  <a:pt x="37630" y="143463"/>
                </a:lnTo>
                <a:cubicBezTo>
                  <a:pt x="37630" y="147373"/>
                  <a:pt x="40775" y="150519"/>
                  <a:pt x="44685" y="150519"/>
                </a:cubicBezTo>
                <a:cubicBezTo>
                  <a:pt x="48595" y="150519"/>
                  <a:pt x="51741" y="147373"/>
                  <a:pt x="51741" y="143463"/>
                </a:cubicBezTo>
                <a:lnTo>
                  <a:pt x="51741" y="131704"/>
                </a:lnTo>
                <a:lnTo>
                  <a:pt x="68204" y="131704"/>
                </a:lnTo>
                <a:lnTo>
                  <a:pt x="68204" y="143463"/>
                </a:lnTo>
                <a:cubicBezTo>
                  <a:pt x="68204" y="147373"/>
                  <a:pt x="71349" y="150519"/>
                  <a:pt x="75259" y="150519"/>
                </a:cubicBezTo>
                <a:cubicBezTo>
                  <a:pt x="79169" y="150519"/>
                  <a:pt x="82315" y="147373"/>
                  <a:pt x="82315" y="143463"/>
                </a:cubicBezTo>
                <a:lnTo>
                  <a:pt x="82315" y="131704"/>
                </a:lnTo>
                <a:lnTo>
                  <a:pt x="98778" y="131704"/>
                </a:lnTo>
                <a:lnTo>
                  <a:pt x="98778" y="143463"/>
                </a:lnTo>
                <a:cubicBezTo>
                  <a:pt x="98778" y="147373"/>
                  <a:pt x="101923" y="150519"/>
                  <a:pt x="105833" y="150519"/>
                </a:cubicBezTo>
                <a:cubicBezTo>
                  <a:pt x="109743" y="150519"/>
                  <a:pt x="112889" y="147373"/>
                  <a:pt x="112889" y="143463"/>
                </a:cubicBezTo>
                <a:lnTo>
                  <a:pt x="112889" y="131704"/>
                </a:lnTo>
                <a:cubicBezTo>
                  <a:pt x="123266" y="131704"/>
                  <a:pt x="131704" y="123266"/>
                  <a:pt x="131704" y="112889"/>
                </a:cubicBezTo>
                <a:lnTo>
                  <a:pt x="143463" y="112889"/>
                </a:lnTo>
                <a:cubicBezTo>
                  <a:pt x="147373" y="112889"/>
                  <a:pt x="150519" y="109743"/>
                  <a:pt x="150519" y="105833"/>
                </a:cubicBezTo>
                <a:cubicBezTo>
                  <a:pt x="150519" y="101923"/>
                  <a:pt x="147373" y="98778"/>
                  <a:pt x="143463" y="98778"/>
                </a:cubicBezTo>
                <a:lnTo>
                  <a:pt x="131704" y="98778"/>
                </a:lnTo>
                <a:lnTo>
                  <a:pt x="131704" y="82315"/>
                </a:lnTo>
                <a:lnTo>
                  <a:pt x="143463" y="82315"/>
                </a:lnTo>
                <a:cubicBezTo>
                  <a:pt x="147373" y="82315"/>
                  <a:pt x="150519" y="79169"/>
                  <a:pt x="150519" y="75259"/>
                </a:cubicBezTo>
                <a:cubicBezTo>
                  <a:pt x="150519" y="71349"/>
                  <a:pt x="147373" y="68204"/>
                  <a:pt x="143463" y="68204"/>
                </a:cubicBezTo>
                <a:lnTo>
                  <a:pt x="131704" y="68204"/>
                </a:lnTo>
                <a:lnTo>
                  <a:pt x="131704" y="51741"/>
                </a:lnTo>
                <a:lnTo>
                  <a:pt x="143463" y="51741"/>
                </a:lnTo>
                <a:cubicBezTo>
                  <a:pt x="147373" y="51741"/>
                  <a:pt x="150519" y="48595"/>
                  <a:pt x="150519" y="44685"/>
                </a:cubicBezTo>
                <a:cubicBezTo>
                  <a:pt x="150519" y="40775"/>
                  <a:pt x="147373" y="37630"/>
                  <a:pt x="143463" y="37630"/>
                </a:cubicBezTo>
                <a:lnTo>
                  <a:pt x="131704" y="37630"/>
                </a:lnTo>
                <a:cubicBezTo>
                  <a:pt x="131704" y="27252"/>
                  <a:pt x="123266" y="18815"/>
                  <a:pt x="112889" y="18815"/>
                </a:cubicBezTo>
                <a:lnTo>
                  <a:pt x="112889" y="7056"/>
                </a:lnTo>
                <a:cubicBezTo>
                  <a:pt x="112889" y="3146"/>
                  <a:pt x="109743" y="0"/>
                  <a:pt x="105833" y="0"/>
                </a:cubicBezTo>
                <a:cubicBezTo>
                  <a:pt x="101923" y="0"/>
                  <a:pt x="98778" y="3146"/>
                  <a:pt x="98778" y="7056"/>
                </a:cubicBezTo>
                <a:lnTo>
                  <a:pt x="98778" y="18815"/>
                </a:lnTo>
                <a:lnTo>
                  <a:pt x="82315" y="18815"/>
                </a:lnTo>
                <a:lnTo>
                  <a:pt x="82315" y="7056"/>
                </a:lnTo>
                <a:cubicBezTo>
                  <a:pt x="82315" y="3146"/>
                  <a:pt x="79169" y="0"/>
                  <a:pt x="75259" y="0"/>
                </a:cubicBezTo>
                <a:cubicBezTo>
                  <a:pt x="71349" y="0"/>
                  <a:pt x="68204" y="3146"/>
                  <a:pt x="68204" y="7056"/>
                </a:cubicBezTo>
                <a:lnTo>
                  <a:pt x="68204" y="18815"/>
                </a:lnTo>
                <a:lnTo>
                  <a:pt x="51741" y="18815"/>
                </a:lnTo>
                <a:lnTo>
                  <a:pt x="51741" y="7056"/>
                </a:lnTo>
                <a:close/>
                <a:moveTo>
                  <a:pt x="47037" y="37630"/>
                </a:moveTo>
                <a:lnTo>
                  <a:pt x="103481" y="37630"/>
                </a:lnTo>
                <a:cubicBezTo>
                  <a:pt x="108685" y="37630"/>
                  <a:pt x="112889" y="41834"/>
                  <a:pt x="112889" y="47037"/>
                </a:cubicBezTo>
                <a:lnTo>
                  <a:pt x="112889" y="103481"/>
                </a:lnTo>
                <a:cubicBezTo>
                  <a:pt x="112889" y="108685"/>
                  <a:pt x="108685" y="112889"/>
                  <a:pt x="103481" y="112889"/>
                </a:cubicBezTo>
                <a:lnTo>
                  <a:pt x="47037" y="112889"/>
                </a:lnTo>
                <a:cubicBezTo>
                  <a:pt x="41834" y="112889"/>
                  <a:pt x="37630" y="108685"/>
                  <a:pt x="37630" y="103481"/>
                </a:cubicBezTo>
                <a:lnTo>
                  <a:pt x="37630" y="47037"/>
                </a:lnTo>
                <a:cubicBezTo>
                  <a:pt x="37630" y="41834"/>
                  <a:pt x="41834" y="37630"/>
                  <a:pt x="47037" y="37630"/>
                </a:cubicBezTo>
                <a:close/>
                <a:moveTo>
                  <a:pt x="51741" y="51741"/>
                </a:moveTo>
                <a:lnTo>
                  <a:pt x="51741" y="98778"/>
                </a:lnTo>
                <a:lnTo>
                  <a:pt x="98778" y="98778"/>
                </a:lnTo>
                <a:lnTo>
                  <a:pt x="98778" y="51741"/>
                </a:lnTo>
                <a:lnTo>
                  <a:pt x="51741" y="51741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96566" y="4883490"/>
            <a:ext cx="161389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Platform (Our System)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41521" y="5151078"/>
            <a:ext cx="2759506" cy="434831"/>
          </a:xfrm>
          <a:custGeom>
            <a:avLst/>
            <a:gdLst/>
            <a:ahLst/>
            <a:cxnLst/>
            <a:rect l="l" t="t" r="r" b="b"/>
            <a:pathLst>
              <a:path w="2759506" h="434831">
                <a:moveTo>
                  <a:pt x="66899" y="0"/>
                </a:moveTo>
                <a:lnTo>
                  <a:pt x="2692607" y="0"/>
                </a:lnTo>
                <a:cubicBezTo>
                  <a:pt x="2729555" y="0"/>
                  <a:pt x="2759506" y="29952"/>
                  <a:pt x="2759506" y="66899"/>
                </a:cubicBezTo>
                <a:lnTo>
                  <a:pt x="2759506" y="367932"/>
                </a:lnTo>
                <a:cubicBezTo>
                  <a:pt x="2759506" y="404880"/>
                  <a:pt x="2729555" y="434831"/>
                  <a:pt x="2692607" y="434831"/>
                </a:cubicBezTo>
                <a:lnTo>
                  <a:pt x="66899" y="434831"/>
                </a:lnTo>
                <a:cubicBezTo>
                  <a:pt x="29952" y="434831"/>
                  <a:pt x="0" y="404880"/>
                  <a:pt x="0" y="367932"/>
                </a:cubicBezTo>
                <a:lnTo>
                  <a:pt x="0" y="66899"/>
                </a:lnTo>
                <a:cubicBezTo>
                  <a:pt x="0" y="29952"/>
                  <a:pt x="29952" y="0"/>
                  <a:pt x="668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83332" y="5217975"/>
            <a:ext cx="2675885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server (ESP32)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79151" y="5351665"/>
            <a:ext cx="268424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₹6.7K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268238" y="5151078"/>
            <a:ext cx="2759506" cy="434831"/>
          </a:xfrm>
          <a:custGeom>
            <a:avLst/>
            <a:gdLst/>
            <a:ahLst/>
            <a:cxnLst/>
            <a:rect l="l" t="t" r="r" b="b"/>
            <a:pathLst>
              <a:path w="2759506" h="434831">
                <a:moveTo>
                  <a:pt x="66899" y="0"/>
                </a:moveTo>
                <a:lnTo>
                  <a:pt x="2692607" y="0"/>
                </a:lnTo>
                <a:cubicBezTo>
                  <a:pt x="2729555" y="0"/>
                  <a:pt x="2759506" y="29952"/>
                  <a:pt x="2759506" y="66899"/>
                </a:cubicBezTo>
                <a:lnTo>
                  <a:pt x="2759506" y="367932"/>
                </a:lnTo>
                <a:cubicBezTo>
                  <a:pt x="2759506" y="404880"/>
                  <a:pt x="2729555" y="434831"/>
                  <a:pt x="2692607" y="434831"/>
                </a:cubicBezTo>
                <a:lnTo>
                  <a:pt x="66899" y="434831"/>
                </a:lnTo>
                <a:cubicBezTo>
                  <a:pt x="29952" y="434831"/>
                  <a:pt x="0" y="404880"/>
                  <a:pt x="0" y="367932"/>
                </a:cubicBezTo>
                <a:lnTo>
                  <a:pt x="0" y="66899"/>
                </a:lnTo>
                <a:cubicBezTo>
                  <a:pt x="0" y="29952"/>
                  <a:pt x="29952" y="0"/>
                  <a:pt x="668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310049" y="5217975"/>
            <a:ext cx="2675885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 per room (3 types)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3305867" y="5351665"/>
            <a:ext cx="268424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₹6.7K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441521" y="5652702"/>
            <a:ext cx="2759506" cy="434831"/>
          </a:xfrm>
          <a:custGeom>
            <a:avLst/>
            <a:gdLst/>
            <a:ahLst/>
            <a:cxnLst/>
            <a:rect l="l" t="t" r="r" b="b"/>
            <a:pathLst>
              <a:path w="2759506" h="434831">
                <a:moveTo>
                  <a:pt x="66899" y="0"/>
                </a:moveTo>
                <a:lnTo>
                  <a:pt x="2692607" y="0"/>
                </a:lnTo>
                <a:cubicBezTo>
                  <a:pt x="2729555" y="0"/>
                  <a:pt x="2759506" y="29952"/>
                  <a:pt x="2759506" y="66899"/>
                </a:cubicBezTo>
                <a:lnTo>
                  <a:pt x="2759506" y="367932"/>
                </a:lnTo>
                <a:cubicBezTo>
                  <a:pt x="2759506" y="404880"/>
                  <a:pt x="2729555" y="434831"/>
                  <a:pt x="2692607" y="434831"/>
                </a:cubicBezTo>
                <a:lnTo>
                  <a:pt x="66899" y="434831"/>
                </a:lnTo>
                <a:cubicBezTo>
                  <a:pt x="29952" y="434831"/>
                  <a:pt x="0" y="404880"/>
                  <a:pt x="0" y="367932"/>
                </a:cubicBezTo>
                <a:lnTo>
                  <a:pt x="0" y="66899"/>
                </a:lnTo>
                <a:cubicBezTo>
                  <a:pt x="0" y="29952"/>
                  <a:pt x="29952" y="0"/>
                  <a:pt x="668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483332" y="5719600"/>
            <a:ext cx="2675885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4G router backup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79151" y="5853290"/>
            <a:ext cx="268424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₹3,500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268238" y="5652702"/>
            <a:ext cx="2759506" cy="434831"/>
          </a:xfrm>
          <a:custGeom>
            <a:avLst/>
            <a:gdLst/>
            <a:ahLst/>
            <a:cxnLst/>
            <a:rect l="l" t="t" r="r" b="b"/>
            <a:pathLst>
              <a:path w="2759506" h="434831">
                <a:moveTo>
                  <a:pt x="66899" y="0"/>
                </a:moveTo>
                <a:lnTo>
                  <a:pt x="2692607" y="0"/>
                </a:lnTo>
                <a:cubicBezTo>
                  <a:pt x="2729555" y="0"/>
                  <a:pt x="2759506" y="29952"/>
                  <a:pt x="2759506" y="66899"/>
                </a:cubicBezTo>
                <a:lnTo>
                  <a:pt x="2759506" y="367932"/>
                </a:lnTo>
                <a:cubicBezTo>
                  <a:pt x="2759506" y="404880"/>
                  <a:pt x="2729555" y="434831"/>
                  <a:pt x="2692607" y="434831"/>
                </a:cubicBezTo>
                <a:lnTo>
                  <a:pt x="66899" y="434831"/>
                </a:lnTo>
                <a:cubicBezTo>
                  <a:pt x="29952" y="434831"/>
                  <a:pt x="0" y="404880"/>
                  <a:pt x="0" y="367932"/>
                </a:cubicBezTo>
                <a:lnTo>
                  <a:pt x="0" y="66899"/>
                </a:lnTo>
                <a:cubicBezTo>
                  <a:pt x="0" y="29952"/>
                  <a:pt x="29952" y="0"/>
                  <a:pt x="668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3310049" y="5719600"/>
            <a:ext cx="2675885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UPS (2-hour backup)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3305867" y="5853290"/>
            <a:ext cx="268424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₹4,500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165301" y="4886835"/>
            <a:ext cx="5575875" cy="842904"/>
          </a:xfrm>
          <a:custGeom>
            <a:avLst/>
            <a:gdLst/>
            <a:ahLst/>
            <a:cxnLst/>
            <a:rect l="l" t="t" r="r" b="b"/>
            <a:pathLst>
              <a:path w="5575875" h="842904">
                <a:moveTo>
                  <a:pt x="100348" y="0"/>
                </a:moveTo>
                <a:lnTo>
                  <a:pt x="5475527" y="0"/>
                </a:lnTo>
                <a:cubicBezTo>
                  <a:pt x="5530948" y="0"/>
                  <a:pt x="5575875" y="44927"/>
                  <a:pt x="5575875" y="100348"/>
                </a:cubicBezTo>
                <a:lnTo>
                  <a:pt x="5575875" y="742556"/>
                </a:lnTo>
                <a:cubicBezTo>
                  <a:pt x="5575875" y="797977"/>
                  <a:pt x="5530948" y="842904"/>
                  <a:pt x="5475527" y="842904"/>
                </a:cubicBezTo>
                <a:lnTo>
                  <a:pt x="100348" y="842904"/>
                </a:lnTo>
                <a:cubicBezTo>
                  <a:pt x="44964" y="842904"/>
                  <a:pt x="0" y="797939"/>
                  <a:pt x="0" y="742556"/>
                </a:cubicBezTo>
                <a:lnTo>
                  <a:pt x="0" y="100348"/>
                </a:lnTo>
                <a:cubicBezTo>
                  <a:pt x="0" y="44964"/>
                  <a:pt x="44964" y="0"/>
                  <a:pt x="100348" y="0"/>
                </a:cubicBezTo>
                <a:close/>
              </a:path>
            </a:pathLst>
          </a:custGeom>
          <a:solidFill>
            <a:srgbClr val="0D1B1E">
              <a:alpha val="60000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6268992" y="4990526"/>
            <a:ext cx="5427029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IoT Cost (25 rooms)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268992" y="5191217"/>
            <a:ext cx="546884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₹1,67,500 (25 rooms × ₹6,700)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268992" y="5492150"/>
            <a:ext cx="5418667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ROI: 3-6 months payback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165301" y="5803116"/>
            <a:ext cx="5575875" cy="608764"/>
          </a:xfrm>
          <a:custGeom>
            <a:avLst/>
            <a:gdLst/>
            <a:ahLst/>
            <a:cxnLst/>
            <a:rect l="l" t="t" r="r" b="b"/>
            <a:pathLst>
              <a:path w="5575875" h="608764">
                <a:moveTo>
                  <a:pt x="100349" y="0"/>
                </a:moveTo>
                <a:lnTo>
                  <a:pt x="5475526" y="0"/>
                </a:lnTo>
                <a:cubicBezTo>
                  <a:pt x="5530947" y="0"/>
                  <a:pt x="5575875" y="44928"/>
                  <a:pt x="5575875" y="100349"/>
                </a:cubicBezTo>
                <a:lnTo>
                  <a:pt x="5575875" y="508415"/>
                </a:lnTo>
                <a:cubicBezTo>
                  <a:pt x="5575875" y="563836"/>
                  <a:pt x="5530947" y="608764"/>
                  <a:pt x="5475526" y="608764"/>
                </a:cubicBezTo>
                <a:lnTo>
                  <a:pt x="100349" y="608764"/>
                </a:lnTo>
                <a:cubicBezTo>
                  <a:pt x="44928" y="608764"/>
                  <a:pt x="0" y="563836"/>
                  <a:pt x="0" y="508415"/>
                </a:cubicBezTo>
                <a:lnTo>
                  <a:pt x="0" y="100349"/>
                </a:lnTo>
                <a:cubicBezTo>
                  <a:pt x="0" y="44928"/>
                  <a:pt x="44928" y="0"/>
                  <a:pt x="100349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6206276" y="5873358"/>
            <a:ext cx="5493926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Machinery Investment (25-room farm)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172827" y="6040601"/>
            <a:ext cx="5560823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5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₹80-120 Lakhs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9587" y="5619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76300" y="381000"/>
            <a:ext cx="441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6300" y="571500"/>
            <a:ext cx="449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Controlled Environment Facilities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300" y="990600"/>
            <a:ext cx="1101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design for pasteurization, growing, and spawn production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1375410"/>
            <a:ext cx="3703320" cy="3322320"/>
          </a:xfrm>
          <a:custGeom>
            <a:avLst/>
            <a:gdLst/>
            <a:ahLst/>
            <a:cxnLst/>
            <a:rect l="l" t="t" r="r" b="b"/>
            <a:pathLst>
              <a:path w="3703320" h="3322320">
                <a:moveTo>
                  <a:pt x="114288" y="0"/>
                </a:moveTo>
                <a:lnTo>
                  <a:pt x="3589032" y="0"/>
                </a:lnTo>
                <a:cubicBezTo>
                  <a:pt x="3652152" y="0"/>
                  <a:pt x="3703320" y="51168"/>
                  <a:pt x="3703320" y="114288"/>
                </a:cubicBezTo>
                <a:lnTo>
                  <a:pt x="3703320" y="3208032"/>
                </a:lnTo>
                <a:cubicBezTo>
                  <a:pt x="3703320" y="3271152"/>
                  <a:pt x="3652152" y="3322320"/>
                  <a:pt x="3589032" y="3322320"/>
                </a:cubicBezTo>
                <a:lnTo>
                  <a:pt x="114288" y="3322320"/>
                </a:lnTo>
                <a:cubicBezTo>
                  <a:pt x="51168" y="3322320"/>
                  <a:pt x="0" y="3271152"/>
                  <a:pt x="0" y="3208032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1020" y="15316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69608" y="16459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661" y="-11787"/>
                </a:moveTo>
                <a:cubicBezTo>
                  <a:pt x="75813" y="-15270"/>
                  <a:pt x="81930" y="-15136"/>
                  <a:pt x="85904" y="-11385"/>
                </a:cubicBezTo>
                <a:cubicBezTo>
                  <a:pt x="91395" y="-6206"/>
                  <a:pt x="96307" y="-491"/>
                  <a:pt x="101039" y="5313"/>
                </a:cubicBezTo>
                <a:cubicBezTo>
                  <a:pt x="107067" y="12680"/>
                  <a:pt x="114300" y="22414"/>
                  <a:pt x="121265" y="33977"/>
                </a:cubicBezTo>
                <a:cubicBezTo>
                  <a:pt x="123587" y="30941"/>
                  <a:pt x="125730" y="28262"/>
                  <a:pt x="127605" y="25985"/>
                </a:cubicBezTo>
                <a:cubicBezTo>
                  <a:pt x="128096" y="25405"/>
                  <a:pt x="128588" y="24780"/>
                  <a:pt x="129079" y="24155"/>
                </a:cubicBezTo>
                <a:cubicBezTo>
                  <a:pt x="132606" y="19779"/>
                  <a:pt x="136981" y="14287"/>
                  <a:pt x="142830" y="14287"/>
                </a:cubicBezTo>
                <a:cubicBezTo>
                  <a:pt x="148813" y="14287"/>
                  <a:pt x="153010" y="19601"/>
                  <a:pt x="156582" y="24155"/>
                </a:cubicBezTo>
                <a:cubicBezTo>
                  <a:pt x="157163" y="24914"/>
                  <a:pt x="157743" y="25628"/>
                  <a:pt x="158323" y="26298"/>
                </a:cubicBezTo>
                <a:cubicBezTo>
                  <a:pt x="162922" y="31834"/>
                  <a:pt x="169039" y="39826"/>
                  <a:pt x="175156" y="49694"/>
                </a:cubicBezTo>
                <a:cubicBezTo>
                  <a:pt x="187300" y="69294"/>
                  <a:pt x="199980" y="97200"/>
                  <a:pt x="199980" y="128543"/>
                </a:cubicBezTo>
                <a:cubicBezTo>
                  <a:pt x="199980" y="183773"/>
                  <a:pt x="155198" y="228555"/>
                  <a:pt x="99968" y="228555"/>
                </a:cubicBezTo>
                <a:cubicBezTo>
                  <a:pt x="44738" y="228555"/>
                  <a:pt x="0" y="183818"/>
                  <a:pt x="0" y="128588"/>
                </a:cubicBezTo>
                <a:cubicBezTo>
                  <a:pt x="0" y="87913"/>
                  <a:pt x="18351" y="52685"/>
                  <a:pt x="35942" y="28129"/>
                </a:cubicBezTo>
                <a:cubicBezTo>
                  <a:pt x="44827" y="15761"/>
                  <a:pt x="53667" y="5849"/>
                  <a:pt x="60320" y="-938"/>
                </a:cubicBezTo>
                <a:cubicBezTo>
                  <a:pt x="63981" y="-4688"/>
                  <a:pt x="67687" y="-8394"/>
                  <a:pt x="71705" y="-11743"/>
                </a:cubicBezTo>
                <a:close/>
                <a:moveTo>
                  <a:pt x="100772" y="185738"/>
                </a:moveTo>
                <a:cubicBezTo>
                  <a:pt x="112068" y="185738"/>
                  <a:pt x="122069" y="182612"/>
                  <a:pt x="131490" y="176361"/>
                </a:cubicBezTo>
                <a:cubicBezTo>
                  <a:pt x="150287" y="163235"/>
                  <a:pt x="155332" y="136981"/>
                  <a:pt x="144036" y="116354"/>
                </a:cubicBezTo>
                <a:cubicBezTo>
                  <a:pt x="142027" y="112335"/>
                  <a:pt x="136892" y="112068"/>
                  <a:pt x="133990" y="115461"/>
                </a:cubicBezTo>
                <a:lnTo>
                  <a:pt x="122739" y="128543"/>
                </a:lnTo>
                <a:cubicBezTo>
                  <a:pt x="119792" y="131936"/>
                  <a:pt x="114479" y="131847"/>
                  <a:pt x="111710" y="128320"/>
                </a:cubicBezTo>
                <a:cubicBezTo>
                  <a:pt x="103986" y="118452"/>
                  <a:pt x="89788" y="100459"/>
                  <a:pt x="82555" y="91261"/>
                </a:cubicBezTo>
                <a:cubicBezTo>
                  <a:pt x="80144" y="88181"/>
                  <a:pt x="75768" y="87690"/>
                  <a:pt x="72956" y="90413"/>
                </a:cubicBezTo>
                <a:cubicBezTo>
                  <a:pt x="64785" y="98361"/>
                  <a:pt x="49962" y="115773"/>
                  <a:pt x="49962" y="136981"/>
                </a:cubicBezTo>
                <a:cubicBezTo>
                  <a:pt x="49962" y="167610"/>
                  <a:pt x="72554" y="185738"/>
                  <a:pt x="100727" y="185738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12520" y="1531623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Pasteurization Tunnels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2520" y="1798323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₹15-25 Lakhs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20" y="2103123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7220" y="2179323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" y="2369702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 treatment of substrate (kills competing organisms)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020" y="2712602"/>
            <a:ext cx="3390900" cy="990600"/>
          </a:xfrm>
          <a:custGeom>
            <a:avLst/>
            <a:gdLst/>
            <a:ahLst/>
            <a:cxnLst/>
            <a:rect l="l" t="t" r="r" b="b"/>
            <a:pathLst>
              <a:path w="3390900" h="990600">
                <a:moveTo>
                  <a:pt x="76197" y="0"/>
                </a:moveTo>
                <a:lnTo>
                  <a:pt x="3314703" y="0"/>
                </a:lnTo>
                <a:cubicBezTo>
                  <a:pt x="3356785" y="0"/>
                  <a:pt x="3390900" y="34115"/>
                  <a:pt x="3390900" y="76197"/>
                </a:cubicBezTo>
                <a:lnTo>
                  <a:pt x="3390900" y="914403"/>
                </a:lnTo>
                <a:cubicBezTo>
                  <a:pt x="3390900" y="956485"/>
                  <a:pt x="3356785" y="990600"/>
                  <a:pt x="33147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" y="2788802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" y="2979181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Size: 30-40ft × 10ft × 10ft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" y="3207781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Capacity: 10,000-15,000 kg/batch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" y="3436381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Temp: 60-65°C for 8-12 hours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1020" y="3779281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7220" y="3855481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INTEGRATION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" y="4045865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temp sensors, humidity monitoring, timer control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5531" y="1375410"/>
            <a:ext cx="3703320" cy="3322320"/>
          </a:xfrm>
          <a:custGeom>
            <a:avLst/>
            <a:gdLst/>
            <a:ahLst/>
            <a:cxnLst/>
            <a:rect l="l" t="t" r="r" b="b"/>
            <a:pathLst>
              <a:path w="3703320" h="3322320">
                <a:moveTo>
                  <a:pt x="114288" y="0"/>
                </a:moveTo>
                <a:lnTo>
                  <a:pt x="3589032" y="0"/>
                </a:lnTo>
                <a:cubicBezTo>
                  <a:pt x="3652152" y="0"/>
                  <a:pt x="3703320" y="51168"/>
                  <a:pt x="3703320" y="114288"/>
                </a:cubicBezTo>
                <a:lnTo>
                  <a:pt x="3703320" y="3208032"/>
                </a:lnTo>
                <a:cubicBezTo>
                  <a:pt x="3703320" y="3271152"/>
                  <a:pt x="3652152" y="3322320"/>
                  <a:pt x="3589032" y="3322320"/>
                </a:cubicBezTo>
                <a:lnTo>
                  <a:pt x="114288" y="3322320"/>
                </a:lnTo>
                <a:cubicBezTo>
                  <a:pt x="51168" y="3322320"/>
                  <a:pt x="0" y="3271152"/>
                  <a:pt x="0" y="3208032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401741" y="15316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01753" y="164592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63445"/>
                </a:move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cubicBezTo>
                  <a:pt x="22190" y="228600"/>
                  <a:pt x="28575" y="222215"/>
                  <a:pt x="28575" y="214313"/>
                </a:cubicBezTo>
                <a:lnTo>
                  <a:pt x="28575" y="107156"/>
                </a:lnTo>
                <a:cubicBezTo>
                  <a:pt x="28575" y="99253"/>
                  <a:pt x="34960" y="92869"/>
                  <a:pt x="42863" y="92869"/>
                </a:cubicBezTo>
                <a:lnTo>
                  <a:pt x="214313" y="92869"/>
                </a:lnTo>
                <a:cubicBezTo>
                  <a:pt x="222215" y="92869"/>
                  <a:pt x="228600" y="99253"/>
                  <a:pt x="228600" y="107156"/>
                </a:cubicBezTo>
                <a:lnTo>
                  <a:pt x="228600" y="214313"/>
                </a:lnTo>
                <a:cubicBezTo>
                  <a:pt x="228600" y="222215"/>
                  <a:pt x="234985" y="228600"/>
                  <a:pt x="242888" y="228600"/>
                </a:cubicBezTo>
                <a:cubicBezTo>
                  <a:pt x="250790" y="228600"/>
                  <a:pt x="257175" y="222215"/>
                  <a:pt x="257175" y="214313"/>
                </a:cubicBezTo>
                <a:lnTo>
                  <a:pt x="257175" y="63445"/>
                </a:lnTo>
                <a:cubicBezTo>
                  <a:pt x="257175" y="51167"/>
                  <a:pt x="249317" y="40228"/>
                  <a:pt x="237619" y="36344"/>
                </a:cubicBezTo>
                <a:lnTo>
                  <a:pt x="135374" y="2277"/>
                </a:lnTo>
                <a:cubicBezTo>
                  <a:pt x="130954" y="804"/>
                  <a:pt x="126221" y="804"/>
                  <a:pt x="121801" y="2277"/>
                </a:cubicBezTo>
                <a:lnTo>
                  <a:pt x="19556" y="36344"/>
                </a:lnTo>
                <a:cubicBezTo>
                  <a:pt x="7858" y="40228"/>
                  <a:pt x="0" y="51167"/>
                  <a:pt x="0" y="63445"/>
                </a:cubicBezTo>
                <a:close/>
                <a:moveTo>
                  <a:pt x="207169" y="114300"/>
                </a:moveTo>
                <a:lnTo>
                  <a:pt x="50006" y="114300"/>
                </a:lnTo>
                <a:lnTo>
                  <a:pt x="50006" y="142875"/>
                </a:lnTo>
                <a:lnTo>
                  <a:pt x="207169" y="142875"/>
                </a:lnTo>
                <a:lnTo>
                  <a:pt x="207169" y="114300"/>
                </a:lnTo>
                <a:close/>
                <a:moveTo>
                  <a:pt x="50006" y="185738"/>
                </a:moveTo>
                <a:lnTo>
                  <a:pt x="207169" y="185738"/>
                </a:lnTo>
                <a:lnTo>
                  <a:pt x="207169" y="157163"/>
                </a:lnTo>
                <a:lnTo>
                  <a:pt x="50006" y="157163"/>
                </a:lnTo>
                <a:lnTo>
                  <a:pt x="50006" y="185738"/>
                </a:lnTo>
                <a:close/>
                <a:moveTo>
                  <a:pt x="207169" y="200025"/>
                </a:moveTo>
                <a:lnTo>
                  <a:pt x="50006" y="200025"/>
                </a:lnTo>
                <a:lnTo>
                  <a:pt x="50006" y="228600"/>
                </a:lnTo>
                <a:lnTo>
                  <a:pt x="207169" y="228600"/>
                </a:lnTo>
                <a:lnTo>
                  <a:pt x="207169" y="200025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973241" y="1531623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Growing Rooms/Bunkers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73241" y="1798323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₹8-12 Lakhs/room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01741" y="2103123"/>
            <a:ext cx="3390900" cy="1219200"/>
          </a:xfrm>
          <a:custGeom>
            <a:avLst/>
            <a:gdLst/>
            <a:ahLst/>
            <a:cxnLst/>
            <a:rect l="l" t="t" r="r" b="b"/>
            <a:pathLst>
              <a:path w="3390900" h="1219200">
                <a:moveTo>
                  <a:pt x="76200" y="0"/>
                </a:moveTo>
                <a:lnTo>
                  <a:pt x="3314700" y="0"/>
                </a:lnTo>
                <a:cubicBezTo>
                  <a:pt x="3356756" y="0"/>
                  <a:pt x="3390900" y="34144"/>
                  <a:pt x="3390900" y="76200"/>
                </a:cubicBezTo>
                <a:lnTo>
                  <a:pt x="3390900" y="1143000"/>
                </a:lnTo>
                <a:cubicBezTo>
                  <a:pt x="3390900" y="1185056"/>
                  <a:pt x="3356756" y="1219200"/>
                  <a:pt x="33147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477941" y="2179323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77941" y="2369702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Size: 20-30ft × 15-20ft × 10-12ft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77941" y="2598302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Capacity: 500-1,000 bags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77941" y="2826902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Insulation: 100mm PUF panels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77941" y="3055502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Flooring: Epoxy coated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01741" y="3398402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477941" y="3474602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 SYSTEMS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77941" y="3664981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AHU with 360° ducting, misting nozzles, exhaust ports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01741" y="4007881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477941" y="4084081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INTEGRATION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77941" y="4274465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sensor types/room, HVAC control, door sensors, camera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06371" y="1375410"/>
            <a:ext cx="3703320" cy="3322320"/>
          </a:xfrm>
          <a:custGeom>
            <a:avLst/>
            <a:gdLst/>
            <a:ahLst/>
            <a:cxnLst/>
            <a:rect l="l" t="t" r="r" b="b"/>
            <a:pathLst>
              <a:path w="3703320" h="3322320">
                <a:moveTo>
                  <a:pt x="114288" y="0"/>
                </a:moveTo>
                <a:lnTo>
                  <a:pt x="3589032" y="0"/>
                </a:lnTo>
                <a:cubicBezTo>
                  <a:pt x="3652152" y="0"/>
                  <a:pt x="3703320" y="51168"/>
                  <a:pt x="3703320" y="114288"/>
                </a:cubicBezTo>
                <a:lnTo>
                  <a:pt x="3703320" y="3208032"/>
                </a:lnTo>
                <a:cubicBezTo>
                  <a:pt x="3703320" y="3271152"/>
                  <a:pt x="3652152" y="3322320"/>
                  <a:pt x="3589032" y="3322320"/>
                </a:cubicBezTo>
                <a:lnTo>
                  <a:pt x="114288" y="3322320"/>
                </a:lnTo>
                <a:cubicBezTo>
                  <a:pt x="51168" y="3322320"/>
                  <a:pt x="0" y="3271152"/>
                  <a:pt x="0" y="3208032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262581" y="15316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391168" y="16459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834081" y="1531623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Spawn Production Lab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34081" y="1798323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₹25-40 Lakhs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62581" y="2103123"/>
            <a:ext cx="3390900" cy="723900"/>
          </a:xfrm>
          <a:custGeom>
            <a:avLst/>
            <a:gdLst/>
            <a:ahLst/>
            <a:cxnLst/>
            <a:rect l="l" t="t" r="r" b="b"/>
            <a:pathLst>
              <a:path w="3390900" h="723900">
                <a:moveTo>
                  <a:pt x="76198" y="0"/>
                </a:moveTo>
                <a:lnTo>
                  <a:pt x="3314702" y="0"/>
                </a:lnTo>
                <a:cubicBezTo>
                  <a:pt x="3356757" y="0"/>
                  <a:pt x="3390900" y="34143"/>
                  <a:pt x="3390900" y="76198"/>
                </a:cubicBezTo>
                <a:lnTo>
                  <a:pt x="3390900" y="647702"/>
                </a:lnTo>
                <a:cubicBezTo>
                  <a:pt x="3390900" y="689757"/>
                  <a:pt x="3356757" y="723900"/>
                  <a:pt x="33147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338781" y="2179323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38781" y="2369702"/>
            <a:ext cx="3305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In-house spawn production for cost savings (advanced farms)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2581" y="2903102"/>
            <a:ext cx="3390900" cy="990600"/>
          </a:xfrm>
          <a:custGeom>
            <a:avLst/>
            <a:gdLst/>
            <a:ahLst/>
            <a:cxnLst/>
            <a:rect l="l" t="t" r="r" b="b"/>
            <a:pathLst>
              <a:path w="3390900" h="990600">
                <a:moveTo>
                  <a:pt x="76197" y="0"/>
                </a:moveTo>
                <a:lnTo>
                  <a:pt x="3314703" y="0"/>
                </a:lnTo>
                <a:cubicBezTo>
                  <a:pt x="3356785" y="0"/>
                  <a:pt x="3390900" y="34115"/>
                  <a:pt x="3390900" y="76197"/>
                </a:cubicBezTo>
                <a:lnTo>
                  <a:pt x="3390900" y="914403"/>
                </a:lnTo>
                <a:cubicBezTo>
                  <a:pt x="3390900" y="956485"/>
                  <a:pt x="3356785" y="990600"/>
                  <a:pt x="33147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338781" y="2979302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SPECIFICATIONS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38781" y="3169681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Cleanroom: Class 10,000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38781" y="3398281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Laminar flow hoods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38781" y="3626881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Autoclave for sterilization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62581" y="3969781"/>
            <a:ext cx="3390900" cy="533400"/>
          </a:xfrm>
          <a:custGeom>
            <a:avLst/>
            <a:gdLst/>
            <a:ahLst/>
            <a:cxnLst/>
            <a:rect l="l" t="t" r="r" b="b"/>
            <a:pathLst>
              <a:path w="3390900" h="533400">
                <a:moveTo>
                  <a:pt x="76202" y="0"/>
                </a:moveTo>
                <a:lnTo>
                  <a:pt x="3314698" y="0"/>
                </a:lnTo>
                <a:cubicBezTo>
                  <a:pt x="3356783" y="0"/>
                  <a:pt x="3390900" y="34117"/>
                  <a:pt x="3390900" y="76202"/>
                </a:cubicBezTo>
                <a:lnTo>
                  <a:pt x="3390900" y="457198"/>
                </a:lnTo>
                <a:cubicBezTo>
                  <a:pt x="3390900" y="499283"/>
                  <a:pt x="3356783" y="533400"/>
                  <a:pt x="33146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338781" y="4045981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INTEGRATION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38781" y="4236365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monitoring, autoclave cycle logging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4810" y="4857393"/>
            <a:ext cx="11418570" cy="1569720"/>
          </a:xfrm>
          <a:custGeom>
            <a:avLst/>
            <a:gdLst/>
            <a:ahLst/>
            <a:cxnLst/>
            <a:rect l="l" t="t" r="r" b="b"/>
            <a:pathLst>
              <a:path w="11418570" h="1569720">
                <a:moveTo>
                  <a:pt x="114307" y="0"/>
                </a:moveTo>
                <a:lnTo>
                  <a:pt x="11304263" y="0"/>
                </a:lnTo>
                <a:cubicBezTo>
                  <a:pt x="11367393" y="0"/>
                  <a:pt x="11418570" y="51177"/>
                  <a:pt x="11418570" y="114307"/>
                </a:cubicBezTo>
                <a:lnTo>
                  <a:pt x="11418570" y="1455413"/>
                </a:lnTo>
                <a:cubicBezTo>
                  <a:pt x="11418570" y="1518543"/>
                  <a:pt x="11367393" y="1569720"/>
                  <a:pt x="11304263" y="1569720"/>
                </a:cubicBezTo>
                <a:lnTo>
                  <a:pt x="114307" y="1569720"/>
                </a:lnTo>
                <a:cubicBezTo>
                  <a:pt x="51219" y="1569720"/>
                  <a:pt x="0" y="1518501"/>
                  <a:pt x="0" y="14554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605915" y="50136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801178" y="5166006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71438" y="0"/>
                </a:moveTo>
                <a:cubicBezTo>
                  <a:pt x="47774" y="0"/>
                  <a:pt x="28575" y="19199"/>
                  <a:pt x="28575" y="42863"/>
                </a:cubicBezTo>
                <a:lnTo>
                  <a:pt x="28575" y="116398"/>
                </a:lnTo>
                <a:cubicBezTo>
                  <a:pt x="15404" y="128141"/>
                  <a:pt x="7144" y="145286"/>
                  <a:pt x="7144" y="164306"/>
                </a:cubicBezTo>
                <a:cubicBezTo>
                  <a:pt x="7144" y="199802"/>
                  <a:pt x="35942" y="228600"/>
                  <a:pt x="71438" y="228600"/>
                </a:cubicBezTo>
                <a:cubicBezTo>
                  <a:pt x="106933" y="228600"/>
                  <a:pt x="135731" y="199802"/>
                  <a:pt x="135731" y="164306"/>
                </a:cubicBezTo>
                <a:cubicBezTo>
                  <a:pt x="135731" y="145286"/>
                  <a:pt x="127471" y="128141"/>
                  <a:pt x="114300" y="116398"/>
                </a:cubicBezTo>
                <a:lnTo>
                  <a:pt x="114300" y="42863"/>
                </a:lnTo>
                <a:cubicBezTo>
                  <a:pt x="114300" y="19199"/>
                  <a:pt x="95101" y="0"/>
                  <a:pt x="71438" y="0"/>
                </a:cubicBezTo>
                <a:close/>
                <a:moveTo>
                  <a:pt x="100013" y="164306"/>
                </a:moveTo>
                <a:cubicBezTo>
                  <a:pt x="100013" y="180067"/>
                  <a:pt x="87198" y="192881"/>
                  <a:pt x="71438" y="192881"/>
                </a:cubicBezTo>
                <a:cubicBezTo>
                  <a:pt x="55677" y="192881"/>
                  <a:pt x="42863" y="180067"/>
                  <a:pt x="42863" y="164306"/>
                </a:cubicBezTo>
                <a:cubicBezTo>
                  <a:pt x="42863" y="152296"/>
                  <a:pt x="50229" y="142027"/>
                  <a:pt x="60722" y="137830"/>
                </a:cubicBezTo>
                <a:lnTo>
                  <a:pt x="60722" y="96441"/>
                </a:lnTo>
                <a:cubicBezTo>
                  <a:pt x="60722" y="90502"/>
                  <a:pt x="65499" y="85725"/>
                  <a:pt x="71438" y="85725"/>
                </a:cubicBezTo>
                <a:cubicBezTo>
                  <a:pt x="77376" y="85725"/>
                  <a:pt x="82153" y="90502"/>
                  <a:pt x="82153" y="96441"/>
                </a:cubicBezTo>
                <a:lnTo>
                  <a:pt x="82153" y="137830"/>
                </a:lnTo>
                <a:cubicBezTo>
                  <a:pt x="92646" y="142071"/>
                  <a:pt x="100013" y="152340"/>
                  <a:pt x="100013" y="16430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507682" y="5623206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Stability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93395" y="5851806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±1°C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21505" y="50136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4573905" y="516600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323272" y="5623206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Insulation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308985" y="5851806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100mm PUF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237095" y="50136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7375207" y="516600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42863"/>
                </a:moveTo>
                <a:cubicBezTo>
                  <a:pt x="88002" y="42863"/>
                  <a:pt x="51256" y="58936"/>
                  <a:pt x="24244" y="85100"/>
                </a:cubicBezTo>
                <a:cubicBezTo>
                  <a:pt x="18574" y="90592"/>
                  <a:pt x="9510" y="90458"/>
                  <a:pt x="4063" y="84787"/>
                </a:cubicBezTo>
                <a:cubicBezTo>
                  <a:pt x="-1384" y="79117"/>
                  <a:pt x="-1295" y="70053"/>
                  <a:pt x="4376" y="64606"/>
                </a:cubicBezTo>
                <a:cubicBezTo>
                  <a:pt x="36478" y="33442"/>
                  <a:pt x="80323" y="14288"/>
                  <a:pt x="128588" y="14288"/>
                </a:cubicBezTo>
                <a:cubicBezTo>
                  <a:pt x="176852" y="14288"/>
                  <a:pt x="220697" y="33442"/>
                  <a:pt x="252844" y="64606"/>
                </a:cubicBezTo>
                <a:cubicBezTo>
                  <a:pt x="258514" y="70098"/>
                  <a:pt x="258648" y="79162"/>
                  <a:pt x="253157" y="84787"/>
                </a:cubicBezTo>
                <a:cubicBezTo>
                  <a:pt x="247665" y="90413"/>
                  <a:pt x="238601" y="90592"/>
                  <a:pt x="232976" y="85100"/>
                </a:cubicBezTo>
                <a:cubicBezTo>
                  <a:pt x="205919" y="58936"/>
                  <a:pt x="169173" y="42863"/>
                  <a:pt x="128588" y="42863"/>
                </a:cubicBezTo>
                <a:close/>
                <a:moveTo>
                  <a:pt x="107156" y="192881"/>
                </a:moveTo>
                <a:cubicBezTo>
                  <a:pt x="107156" y="181053"/>
                  <a:pt x="116759" y="171450"/>
                  <a:pt x="128588" y="171450"/>
                </a:cubicBezTo>
                <a:cubicBezTo>
                  <a:pt x="140416" y="171450"/>
                  <a:pt x="150019" y="181053"/>
                  <a:pt x="150019" y="192881"/>
                </a:cubicBezTo>
                <a:cubicBezTo>
                  <a:pt x="150019" y="204709"/>
                  <a:pt x="140416" y="214313"/>
                  <a:pt x="128588" y="214313"/>
                </a:cubicBezTo>
                <a:cubicBezTo>
                  <a:pt x="116759" y="214313"/>
                  <a:pt x="107156" y="204709"/>
                  <a:pt x="107156" y="192881"/>
                </a:cubicBezTo>
                <a:close/>
                <a:moveTo>
                  <a:pt x="75009" y="145643"/>
                </a:moveTo>
                <a:cubicBezTo>
                  <a:pt x="69786" y="151581"/>
                  <a:pt x="60767" y="152117"/>
                  <a:pt x="54828" y="146893"/>
                </a:cubicBezTo>
                <a:cubicBezTo>
                  <a:pt x="48890" y="141669"/>
                  <a:pt x="48354" y="132651"/>
                  <a:pt x="53578" y="126712"/>
                </a:cubicBezTo>
                <a:cubicBezTo>
                  <a:pt x="71884" y="105995"/>
                  <a:pt x="98718" y="92869"/>
                  <a:pt x="128588" y="92869"/>
                </a:cubicBezTo>
                <a:cubicBezTo>
                  <a:pt x="158457" y="92869"/>
                  <a:pt x="185291" y="105995"/>
                  <a:pt x="203597" y="126712"/>
                </a:cubicBezTo>
                <a:cubicBezTo>
                  <a:pt x="208821" y="132651"/>
                  <a:pt x="208240" y="141669"/>
                  <a:pt x="202347" y="146893"/>
                </a:cubicBezTo>
                <a:cubicBezTo>
                  <a:pt x="196453" y="152117"/>
                  <a:pt x="187389" y="151537"/>
                  <a:pt x="182166" y="145643"/>
                </a:cubicBezTo>
                <a:cubicBezTo>
                  <a:pt x="169039" y="130775"/>
                  <a:pt x="149929" y="121444"/>
                  <a:pt x="128588" y="121444"/>
                </a:cubicBezTo>
                <a:cubicBezTo>
                  <a:pt x="107246" y="121444"/>
                  <a:pt x="88136" y="130775"/>
                  <a:pt x="75009" y="14564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138863" y="5623206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 per Room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124575" y="5851806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 Types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052685" y="50136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0219373" y="516600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28575"/>
                </a:moveTo>
                <a:cubicBezTo>
                  <a:pt x="0" y="20672"/>
                  <a:pt x="6385" y="14288"/>
                  <a:pt x="14288" y="14288"/>
                </a:cubicBezTo>
                <a:lnTo>
                  <a:pt x="50006" y="14288"/>
                </a:lnTo>
                <a:cubicBezTo>
                  <a:pt x="85502" y="14288"/>
                  <a:pt x="114300" y="43086"/>
                  <a:pt x="114300" y="78581"/>
                </a:cubicBezTo>
                <a:cubicBezTo>
                  <a:pt x="114300" y="102825"/>
                  <a:pt x="100905" y="123899"/>
                  <a:pt x="81082" y="134883"/>
                </a:cubicBezTo>
                <a:lnTo>
                  <a:pt x="99387" y="195917"/>
                </a:lnTo>
                <a:cubicBezTo>
                  <a:pt x="101664" y="203463"/>
                  <a:pt x="97378" y="211455"/>
                  <a:pt x="89788" y="213687"/>
                </a:cubicBezTo>
                <a:cubicBezTo>
                  <a:pt x="82198" y="215920"/>
                  <a:pt x="74250" y="211678"/>
                  <a:pt x="72018" y="204088"/>
                </a:cubicBezTo>
                <a:lnTo>
                  <a:pt x="53623" y="142786"/>
                </a:lnTo>
                <a:cubicBezTo>
                  <a:pt x="52417" y="142830"/>
                  <a:pt x="51212" y="142875"/>
                  <a:pt x="50006" y="142875"/>
                </a:cubicBezTo>
                <a:lnTo>
                  <a:pt x="28575" y="142875"/>
                </a:lnTo>
                <a:lnTo>
                  <a:pt x="28575" y="200025"/>
                </a:lnTo>
                <a:cubicBezTo>
                  <a:pt x="28575" y="207928"/>
                  <a:pt x="22190" y="214313"/>
                  <a:pt x="14288" y="214313"/>
                </a:cubicBezTo>
                <a:cubicBezTo>
                  <a:pt x="6385" y="214313"/>
                  <a:pt x="0" y="207928"/>
                  <a:pt x="0" y="200025"/>
                </a:cubicBezTo>
                <a:lnTo>
                  <a:pt x="0" y="28575"/>
                </a:lnTo>
                <a:close/>
                <a:moveTo>
                  <a:pt x="28575" y="114300"/>
                </a:moveTo>
                <a:lnTo>
                  <a:pt x="50006" y="114300"/>
                </a:lnTo>
                <a:cubicBezTo>
                  <a:pt x="69741" y="114300"/>
                  <a:pt x="85725" y="98316"/>
                  <a:pt x="85725" y="78581"/>
                </a:cubicBezTo>
                <a:cubicBezTo>
                  <a:pt x="85725" y="58847"/>
                  <a:pt x="69741" y="42863"/>
                  <a:pt x="50006" y="42863"/>
                </a:cubicBezTo>
                <a:lnTo>
                  <a:pt x="28575" y="42863"/>
                </a:lnTo>
                <a:lnTo>
                  <a:pt x="28575" y="114300"/>
                </a:lnTo>
                <a:close/>
                <a:moveTo>
                  <a:pt x="155868" y="100013"/>
                </a:moveTo>
                <a:lnTo>
                  <a:pt x="171450" y="100013"/>
                </a:lnTo>
                <a:cubicBezTo>
                  <a:pt x="179353" y="100013"/>
                  <a:pt x="185738" y="106397"/>
                  <a:pt x="185738" y="114300"/>
                </a:cubicBezTo>
                <a:cubicBezTo>
                  <a:pt x="185738" y="122203"/>
                  <a:pt x="179353" y="128588"/>
                  <a:pt x="171450" y="128588"/>
                </a:cubicBezTo>
                <a:lnTo>
                  <a:pt x="155868" y="128588"/>
                </a:lnTo>
                <a:cubicBezTo>
                  <a:pt x="152653" y="128588"/>
                  <a:pt x="150019" y="131222"/>
                  <a:pt x="150019" y="134436"/>
                </a:cubicBezTo>
                <a:cubicBezTo>
                  <a:pt x="150019" y="136981"/>
                  <a:pt x="151671" y="139214"/>
                  <a:pt x="154082" y="140018"/>
                </a:cubicBezTo>
                <a:lnTo>
                  <a:pt x="176138" y="147117"/>
                </a:lnTo>
                <a:cubicBezTo>
                  <a:pt x="190381" y="151715"/>
                  <a:pt x="200025" y="164931"/>
                  <a:pt x="200025" y="179889"/>
                </a:cubicBezTo>
                <a:cubicBezTo>
                  <a:pt x="200025" y="198909"/>
                  <a:pt x="184621" y="214313"/>
                  <a:pt x="165601" y="214313"/>
                </a:cubicBezTo>
                <a:lnTo>
                  <a:pt x="142875" y="214313"/>
                </a:lnTo>
                <a:cubicBezTo>
                  <a:pt x="134972" y="214313"/>
                  <a:pt x="128588" y="207928"/>
                  <a:pt x="128588" y="200025"/>
                </a:cubicBezTo>
                <a:cubicBezTo>
                  <a:pt x="128588" y="192122"/>
                  <a:pt x="134972" y="185738"/>
                  <a:pt x="142875" y="185738"/>
                </a:cubicBezTo>
                <a:lnTo>
                  <a:pt x="165601" y="185738"/>
                </a:lnTo>
                <a:cubicBezTo>
                  <a:pt x="168816" y="185738"/>
                  <a:pt x="171450" y="183103"/>
                  <a:pt x="171450" y="179889"/>
                </a:cubicBezTo>
                <a:cubicBezTo>
                  <a:pt x="171450" y="177344"/>
                  <a:pt x="169798" y="175111"/>
                  <a:pt x="167387" y="174308"/>
                </a:cubicBezTo>
                <a:lnTo>
                  <a:pt x="145331" y="167208"/>
                </a:lnTo>
                <a:cubicBezTo>
                  <a:pt x="131088" y="162610"/>
                  <a:pt x="121444" y="149394"/>
                  <a:pt x="121444" y="134436"/>
                </a:cubicBezTo>
                <a:cubicBezTo>
                  <a:pt x="121444" y="115416"/>
                  <a:pt x="136847" y="100013"/>
                  <a:pt x="155868" y="100013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8954453" y="5623206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Infrastructure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940165" y="5851806"/>
            <a:ext cx="2762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₹2.5-3.5 Cr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959215" y="6118506"/>
            <a:ext cx="2724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(25 rooms + 2 tunnels)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6797" y="468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64880" y="1451"/>
                </a:moveTo>
                <a:cubicBezTo>
                  <a:pt x="69038" y="-474"/>
                  <a:pt x="73837" y="-474"/>
                  <a:pt x="77995" y="1451"/>
                </a:cubicBezTo>
                <a:lnTo>
                  <a:pt x="138996" y="29635"/>
                </a:lnTo>
                <a:cubicBezTo>
                  <a:pt x="141368" y="30724"/>
                  <a:pt x="142875" y="33096"/>
                  <a:pt x="142875" y="35719"/>
                </a:cubicBezTo>
                <a:cubicBezTo>
                  <a:pt x="142875" y="38342"/>
                  <a:pt x="141368" y="40714"/>
                  <a:pt x="138996" y="41802"/>
                </a:cubicBezTo>
                <a:lnTo>
                  <a:pt x="77995" y="69986"/>
                </a:lnTo>
                <a:cubicBezTo>
                  <a:pt x="73837" y="71912"/>
                  <a:pt x="69038" y="71912"/>
                  <a:pt x="64880" y="69986"/>
                </a:cubicBezTo>
                <a:lnTo>
                  <a:pt x="3879" y="41802"/>
                </a:lnTo>
                <a:cubicBezTo>
                  <a:pt x="1507" y="40686"/>
                  <a:pt x="0" y="38314"/>
                  <a:pt x="0" y="35719"/>
                </a:cubicBezTo>
                <a:cubicBezTo>
                  <a:pt x="0" y="33124"/>
                  <a:pt x="1507" y="30724"/>
                  <a:pt x="3879" y="29635"/>
                </a:cubicBezTo>
                <a:lnTo>
                  <a:pt x="64880" y="1451"/>
                </a:lnTo>
                <a:close/>
                <a:moveTo>
                  <a:pt x="13422" y="60945"/>
                </a:moveTo>
                <a:lnTo>
                  <a:pt x="59271" y="82125"/>
                </a:lnTo>
                <a:cubicBezTo>
                  <a:pt x="67001" y="85697"/>
                  <a:pt x="75902" y="85697"/>
                  <a:pt x="83632" y="82125"/>
                </a:cubicBezTo>
                <a:lnTo>
                  <a:pt x="129480" y="60945"/>
                </a:lnTo>
                <a:lnTo>
                  <a:pt x="138996" y="65354"/>
                </a:lnTo>
                <a:cubicBezTo>
                  <a:pt x="141368" y="66442"/>
                  <a:pt x="142875" y="68814"/>
                  <a:pt x="142875" y="71438"/>
                </a:cubicBezTo>
                <a:cubicBezTo>
                  <a:pt x="142875" y="74061"/>
                  <a:pt x="141368" y="76433"/>
                  <a:pt x="138996" y="77521"/>
                </a:cubicBezTo>
                <a:lnTo>
                  <a:pt x="77995" y="105705"/>
                </a:lnTo>
                <a:cubicBezTo>
                  <a:pt x="73837" y="107631"/>
                  <a:pt x="69038" y="107631"/>
                  <a:pt x="64880" y="105705"/>
                </a:cubicBezTo>
                <a:lnTo>
                  <a:pt x="3879" y="77521"/>
                </a:lnTo>
                <a:cubicBezTo>
                  <a:pt x="1507" y="76405"/>
                  <a:pt x="0" y="74033"/>
                  <a:pt x="0" y="71438"/>
                </a:cubicBezTo>
                <a:cubicBezTo>
                  <a:pt x="0" y="68842"/>
                  <a:pt x="1507" y="66442"/>
                  <a:pt x="3879" y="65354"/>
                </a:cubicBezTo>
                <a:lnTo>
                  <a:pt x="13395" y="60945"/>
                </a:lnTo>
                <a:close/>
                <a:moveTo>
                  <a:pt x="3879" y="101073"/>
                </a:moveTo>
                <a:lnTo>
                  <a:pt x="13395" y="96664"/>
                </a:lnTo>
                <a:lnTo>
                  <a:pt x="59243" y="117844"/>
                </a:lnTo>
                <a:cubicBezTo>
                  <a:pt x="66973" y="121416"/>
                  <a:pt x="75874" y="121416"/>
                  <a:pt x="83604" y="117844"/>
                </a:cubicBezTo>
                <a:lnTo>
                  <a:pt x="129453" y="96664"/>
                </a:lnTo>
                <a:lnTo>
                  <a:pt x="138968" y="101073"/>
                </a:lnTo>
                <a:cubicBezTo>
                  <a:pt x="141340" y="102161"/>
                  <a:pt x="142847" y="104533"/>
                  <a:pt x="142847" y="107156"/>
                </a:cubicBezTo>
                <a:cubicBezTo>
                  <a:pt x="142847" y="109779"/>
                  <a:pt x="141340" y="112151"/>
                  <a:pt x="138968" y="113240"/>
                </a:cubicBezTo>
                <a:lnTo>
                  <a:pt x="77967" y="141424"/>
                </a:lnTo>
                <a:cubicBezTo>
                  <a:pt x="73809" y="143349"/>
                  <a:pt x="69010" y="143349"/>
                  <a:pt x="64852" y="141424"/>
                </a:cubicBezTo>
                <a:lnTo>
                  <a:pt x="3879" y="113240"/>
                </a:lnTo>
                <a:cubicBezTo>
                  <a:pt x="1507" y="112123"/>
                  <a:pt x="0" y="109751"/>
                  <a:pt x="0" y="107156"/>
                </a:cubicBezTo>
                <a:cubicBezTo>
                  <a:pt x="0" y="104561"/>
                  <a:pt x="1507" y="102161"/>
                  <a:pt x="3879" y="10107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413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4198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Platform Architecture - Edge to Cloud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4-layer technology stack enabling 100% offline operation with cloud sync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5705475" cy="2879725"/>
          </a:xfrm>
          <a:custGeom>
            <a:avLst/>
            <a:gdLst/>
            <a:ahLst/>
            <a:cxnLst/>
            <a:rect l="l" t="t" r="r" b="b"/>
            <a:pathLst>
              <a:path w="5705475" h="2879725">
                <a:moveTo>
                  <a:pt x="95261" y="0"/>
                </a:moveTo>
                <a:lnTo>
                  <a:pt x="5610214" y="0"/>
                </a:lnTo>
                <a:cubicBezTo>
                  <a:pt x="5662825" y="0"/>
                  <a:pt x="5705475" y="42650"/>
                  <a:pt x="5705475" y="95261"/>
                </a:cubicBezTo>
                <a:lnTo>
                  <a:pt x="5705475" y="2784464"/>
                </a:lnTo>
                <a:cubicBezTo>
                  <a:pt x="5705475" y="2837075"/>
                  <a:pt x="5662825" y="2879725"/>
                  <a:pt x="5610214" y="2879725"/>
                </a:cubicBezTo>
                <a:lnTo>
                  <a:pt x="95261" y="2879725"/>
                </a:lnTo>
                <a:cubicBezTo>
                  <a:pt x="42685" y="2879725"/>
                  <a:pt x="0" y="2837040"/>
                  <a:pt x="0" y="2784464"/>
                </a:cubicBezTo>
                <a:lnTo>
                  <a:pt x="0" y="95261"/>
                </a:lnTo>
                <a:cubicBezTo>
                  <a:pt x="0" y="42685"/>
                  <a:pt x="42685" y="0"/>
                  <a:pt x="95261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30000"/>
                </a:srgbClr>
              </a:gs>
              <a:gs pos="100000">
                <a:srgbClr val="264653">
                  <a:alpha val="30000"/>
                </a:srgbClr>
              </a:gs>
            </a:gsLst>
            <a:lin ang="270000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0850" y="130810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15131" y="1308102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" y="1276352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Computing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" y="1498602"/>
            <a:ext cx="111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 Location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0850" y="1752602"/>
            <a:ext cx="2690813" cy="539750"/>
          </a:xfrm>
          <a:custGeom>
            <a:avLst/>
            <a:gdLst/>
            <a:ahLst/>
            <a:cxnLst/>
            <a:rect l="l" t="t" r="r" b="b"/>
            <a:pathLst>
              <a:path w="2690813" h="539750">
                <a:moveTo>
                  <a:pt x="63502" y="0"/>
                </a:moveTo>
                <a:lnTo>
                  <a:pt x="2627311" y="0"/>
                </a:lnTo>
                <a:cubicBezTo>
                  <a:pt x="2662382" y="0"/>
                  <a:pt x="2690812" y="28431"/>
                  <a:pt x="2690812" y="63502"/>
                </a:cubicBezTo>
                <a:lnTo>
                  <a:pt x="2690813" y="476248"/>
                </a:lnTo>
                <a:cubicBezTo>
                  <a:pt x="2690812" y="511319"/>
                  <a:pt x="2662382" y="539750"/>
                  <a:pt x="2627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14350" y="1816102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350" y="1943002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ESP32 (ESP32DA) Direct-to-Cloud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4350" y="2101752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₹6,700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6750" y="1752602"/>
            <a:ext cx="2690813" cy="539750"/>
          </a:xfrm>
          <a:custGeom>
            <a:avLst/>
            <a:gdLst/>
            <a:ahLst/>
            <a:cxnLst/>
            <a:rect l="l" t="t" r="r" b="b"/>
            <a:pathLst>
              <a:path w="2690813" h="539750">
                <a:moveTo>
                  <a:pt x="63502" y="0"/>
                </a:moveTo>
                <a:lnTo>
                  <a:pt x="2627311" y="0"/>
                </a:lnTo>
                <a:cubicBezTo>
                  <a:pt x="2662382" y="0"/>
                  <a:pt x="2690812" y="28431"/>
                  <a:pt x="2690812" y="63502"/>
                </a:cubicBezTo>
                <a:lnTo>
                  <a:pt x="2690813" y="476248"/>
                </a:lnTo>
                <a:cubicBezTo>
                  <a:pt x="2690812" y="511319"/>
                  <a:pt x="2662382" y="539750"/>
                  <a:pt x="2627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70250" y="1816102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70250" y="1943002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Arduino C++ Firmware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0250" y="2101752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OTA updates supported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0850" y="2355651"/>
            <a:ext cx="2690813" cy="539750"/>
          </a:xfrm>
          <a:custGeom>
            <a:avLst/>
            <a:gdLst/>
            <a:ahLst/>
            <a:cxnLst/>
            <a:rect l="l" t="t" r="r" b="b"/>
            <a:pathLst>
              <a:path w="2690813" h="539750">
                <a:moveTo>
                  <a:pt x="63502" y="0"/>
                </a:moveTo>
                <a:lnTo>
                  <a:pt x="2627311" y="0"/>
                </a:lnTo>
                <a:cubicBezTo>
                  <a:pt x="2662382" y="0"/>
                  <a:pt x="2690812" y="28431"/>
                  <a:pt x="2690812" y="63502"/>
                </a:cubicBezTo>
                <a:lnTo>
                  <a:pt x="2690813" y="476248"/>
                </a:lnTo>
                <a:cubicBezTo>
                  <a:pt x="2690812" y="511319"/>
                  <a:pt x="2662382" y="539750"/>
                  <a:pt x="2627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4350" y="2419151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4350" y="2546054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4350" y="2704804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services/stack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6750" y="2355651"/>
            <a:ext cx="2690813" cy="539750"/>
          </a:xfrm>
          <a:custGeom>
            <a:avLst/>
            <a:gdLst/>
            <a:ahLst/>
            <a:cxnLst/>
            <a:rect l="l" t="t" r="r" b="b"/>
            <a:pathLst>
              <a:path w="2690813" h="539750">
                <a:moveTo>
                  <a:pt x="63502" y="0"/>
                </a:moveTo>
                <a:lnTo>
                  <a:pt x="2627311" y="0"/>
                </a:lnTo>
                <a:cubicBezTo>
                  <a:pt x="2662382" y="0"/>
                  <a:pt x="2690812" y="28431"/>
                  <a:pt x="2690812" y="63502"/>
                </a:cubicBezTo>
                <a:lnTo>
                  <a:pt x="2690813" y="476248"/>
                </a:lnTo>
                <a:cubicBezTo>
                  <a:pt x="2690812" y="511319"/>
                  <a:pt x="2662382" y="539750"/>
                  <a:pt x="2627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70250" y="2419151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70250" y="2546054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15 (Cloud) + Redis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0850" y="2958703"/>
            <a:ext cx="2690813" cy="539750"/>
          </a:xfrm>
          <a:custGeom>
            <a:avLst/>
            <a:gdLst/>
            <a:ahLst/>
            <a:cxnLst/>
            <a:rect l="l" t="t" r="r" b="b"/>
            <a:pathLst>
              <a:path w="2690813" h="539750">
                <a:moveTo>
                  <a:pt x="63502" y="0"/>
                </a:moveTo>
                <a:lnTo>
                  <a:pt x="2627311" y="0"/>
                </a:lnTo>
                <a:cubicBezTo>
                  <a:pt x="2662382" y="0"/>
                  <a:pt x="2690812" y="28431"/>
                  <a:pt x="2690812" y="63502"/>
                </a:cubicBezTo>
                <a:lnTo>
                  <a:pt x="2690813" y="476248"/>
                </a:lnTo>
                <a:cubicBezTo>
                  <a:pt x="2690812" y="511319"/>
                  <a:pt x="2662382" y="539750"/>
                  <a:pt x="2627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14350" y="3022203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4350" y="3149106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7.2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4350" y="3307856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streaming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06750" y="2958703"/>
            <a:ext cx="2690813" cy="539750"/>
          </a:xfrm>
          <a:custGeom>
            <a:avLst/>
            <a:gdLst/>
            <a:ahLst/>
            <a:cxnLst/>
            <a:rect l="l" t="t" r="r" b="b"/>
            <a:pathLst>
              <a:path w="2690813" h="539750">
                <a:moveTo>
                  <a:pt x="63502" y="0"/>
                </a:moveTo>
                <a:lnTo>
                  <a:pt x="2627311" y="0"/>
                </a:lnTo>
                <a:cubicBezTo>
                  <a:pt x="2662382" y="0"/>
                  <a:pt x="2690812" y="28431"/>
                  <a:pt x="2690812" y="63502"/>
                </a:cubicBezTo>
                <a:lnTo>
                  <a:pt x="2690813" y="476248"/>
                </a:lnTo>
                <a:cubicBezTo>
                  <a:pt x="2690812" y="511319"/>
                  <a:pt x="2662382" y="539750"/>
                  <a:pt x="262731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270250" y="3022203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70250" y="3149106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REST + JSON (Phase 1)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70250" y="3307856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ESP32 HTTP POST every 30 sec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4025" y="3596680"/>
            <a:ext cx="5443538" cy="292100"/>
          </a:xfrm>
          <a:custGeom>
            <a:avLst/>
            <a:gdLst/>
            <a:ahLst/>
            <a:cxnLst/>
            <a:rect l="l" t="t" r="r" b="b"/>
            <a:pathLst>
              <a:path w="5443538" h="292100">
                <a:moveTo>
                  <a:pt x="63500" y="0"/>
                </a:moveTo>
                <a:lnTo>
                  <a:pt x="5380038" y="0"/>
                </a:lnTo>
                <a:cubicBezTo>
                  <a:pt x="5415108" y="0"/>
                  <a:pt x="5443538" y="28430"/>
                  <a:pt x="5443538" y="63500"/>
                </a:cubicBezTo>
                <a:lnTo>
                  <a:pt x="5443538" y="228600"/>
                </a:lnTo>
                <a:cubicBezTo>
                  <a:pt x="5443538" y="263670"/>
                  <a:pt x="5415108" y="292100"/>
                  <a:pt x="5380038" y="292100"/>
                </a:cubicBezTo>
                <a:lnTo>
                  <a:pt x="63500" y="292100"/>
                </a:lnTo>
                <a:cubicBezTo>
                  <a:pt x="28453" y="292100"/>
                  <a:pt x="0" y="263647"/>
                  <a:pt x="0" y="2286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36575" y="368240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03262" y="3663354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1: ESP32 direct-to-cloud | Phase 2: RPi gateway for offline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0675" y="4123730"/>
            <a:ext cx="5705475" cy="2101850"/>
          </a:xfrm>
          <a:custGeom>
            <a:avLst/>
            <a:gdLst/>
            <a:ahLst/>
            <a:cxnLst/>
            <a:rect l="l" t="t" r="r" b="b"/>
            <a:pathLst>
              <a:path w="5705475" h="2101850">
                <a:moveTo>
                  <a:pt x="95256" y="0"/>
                </a:moveTo>
                <a:lnTo>
                  <a:pt x="5610219" y="0"/>
                </a:lnTo>
                <a:cubicBezTo>
                  <a:pt x="5662828" y="0"/>
                  <a:pt x="5705475" y="42647"/>
                  <a:pt x="5705475" y="95256"/>
                </a:cubicBezTo>
                <a:lnTo>
                  <a:pt x="5705475" y="2006594"/>
                </a:lnTo>
                <a:cubicBezTo>
                  <a:pt x="5705475" y="2059203"/>
                  <a:pt x="5662828" y="2101850"/>
                  <a:pt x="5610219" y="2101850"/>
                </a:cubicBezTo>
                <a:lnTo>
                  <a:pt x="95256" y="2101850"/>
                </a:lnTo>
                <a:cubicBezTo>
                  <a:pt x="42647" y="2101850"/>
                  <a:pt x="0" y="2059203"/>
                  <a:pt x="0" y="200659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50850" y="428565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15131" y="4285657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3600" y="4253907"/>
            <a:ext cx="96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3600" y="4476157"/>
            <a:ext cx="952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Triple Redundancy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0850" y="4730157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25264" y="4864994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0367" y="26789"/>
                </a:moveTo>
                <a:cubicBezTo>
                  <a:pt x="55001" y="26789"/>
                  <a:pt x="32035" y="36835"/>
                  <a:pt x="15153" y="53187"/>
                </a:cubicBezTo>
                <a:cubicBezTo>
                  <a:pt x="11609" y="56620"/>
                  <a:pt x="5944" y="56536"/>
                  <a:pt x="2539" y="52992"/>
                </a:cubicBezTo>
                <a:cubicBezTo>
                  <a:pt x="-865" y="49448"/>
                  <a:pt x="-809" y="43783"/>
                  <a:pt x="2735" y="40379"/>
                </a:cubicBezTo>
                <a:cubicBezTo>
                  <a:pt x="22799" y="20901"/>
                  <a:pt x="50202" y="8930"/>
                  <a:pt x="80367" y="8930"/>
                </a:cubicBezTo>
                <a:cubicBezTo>
                  <a:pt x="110533" y="8930"/>
                  <a:pt x="137936" y="20901"/>
                  <a:pt x="158028" y="40379"/>
                </a:cubicBezTo>
                <a:cubicBezTo>
                  <a:pt x="161572" y="43811"/>
                  <a:pt x="161655" y="49476"/>
                  <a:pt x="158223" y="52992"/>
                </a:cubicBezTo>
                <a:cubicBezTo>
                  <a:pt x="154791" y="56508"/>
                  <a:pt x="149126" y="56620"/>
                  <a:pt x="145610" y="53187"/>
                </a:cubicBezTo>
                <a:cubicBezTo>
                  <a:pt x="128699" y="36835"/>
                  <a:pt x="105733" y="26789"/>
                  <a:pt x="80367" y="26789"/>
                </a:cubicBezTo>
                <a:close/>
                <a:moveTo>
                  <a:pt x="66973" y="120551"/>
                </a:moveTo>
                <a:cubicBezTo>
                  <a:pt x="66973" y="113158"/>
                  <a:pt x="72975" y="107156"/>
                  <a:pt x="80367" y="107156"/>
                </a:cubicBezTo>
                <a:cubicBezTo>
                  <a:pt x="87760" y="107156"/>
                  <a:pt x="93762" y="113158"/>
                  <a:pt x="93762" y="120551"/>
                </a:cubicBezTo>
                <a:cubicBezTo>
                  <a:pt x="93762" y="127943"/>
                  <a:pt x="87760" y="133945"/>
                  <a:pt x="80367" y="133945"/>
                </a:cubicBezTo>
                <a:cubicBezTo>
                  <a:pt x="72975" y="133945"/>
                  <a:pt x="66973" y="127943"/>
                  <a:pt x="66973" y="120551"/>
                </a:cubicBezTo>
                <a:close/>
                <a:moveTo>
                  <a:pt x="46881" y="91027"/>
                </a:moveTo>
                <a:cubicBezTo>
                  <a:pt x="43616" y="94738"/>
                  <a:pt x="37979" y="95073"/>
                  <a:pt x="34268" y="91808"/>
                </a:cubicBezTo>
                <a:cubicBezTo>
                  <a:pt x="30556" y="88543"/>
                  <a:pt x="30221" y="82907"/>
                  <a:pt x="33486" y="79195"/>
                </a:cubicBezTo>
                <a:cubicBezTo>
                  <a:pt x="44927" y="66247"/>
                  <a:pt x="61699" y="58043"/>
                  <a:pt x="80367" y="58043"/>
                </a:cubicBezTo>
                <a:cubicBezTo>
                  <a:pt x="99036" y="58043"/>
                  <a:pt x="115807" y="66247"/>
                  <a:pt x="127248" y="79195"/>
                </a:cubicBezTo>
                <a:cubicBezTo>
                  <a:pt x="130513" y="82907"/>
                  <a:pt x="130150" y="88543"/>
                  <a:pt x="126467" y="91808"/>
                </a:cubicBezTo>
                <a:cubicBezTo>
                  <a:pt x="122783" y="95073"/>
                  <a:pt x="117118" y="94710"/>
                  <a:pt x="113854" y="91027"/>
                </a:cubicBezTo>
                <a:cubicBezTo>
                  <a:pt x="105649" y="81735"/>
                  <a:pt x="93706" y="75902"/>
                  <a:pt x="80367" y="75902"/>
                </a:cubicBezTo>
                <a:cubicBezTo>
                  <a:pt x="67028" y="75902"/>
                  <a:pt x="55085" y="81735"/>
                  <a:pt x="46881" y="91027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88194" y="4793657"/>
            <a:ext cx="5103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Primary: Broadband Fiber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88194" y="4952407"/>
            <a:ext cx="509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Mbps - ₹800/month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0850" y="5206306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34194" y="534114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6178" y="15627"/>
                </a:moveTo>
                <a:cubicBezTo>
                  <a:pt x="136178" y="11916"/>
                  <a:pt x="133192" y="8930"/>
                  <a:pt x="129480" y="8930"/>
                </a:cubicBezTo>
                <a:cubicBezTo>
                  <a:pt x="125769" y="8930"/>
                  <a:pt x="122783" y="11916"/>
                  <a:pt x="122783" y="15627"/>
                </a:cubicBezTo>
                <a:lnTo>
                  <a:pt x="122783" y="127248"/>
                </a:lnTo>
                <a:cubicBezTo>
                  <a:pt x="122783" y="130959"/>
                  <a:pt x="125769" y="133945"/>
                  <a:pt x="129480" y="133945"/>
                </a:cubicBezTo>
                <a:cubicBezTo>
                  <a:pt x="133192" y="133945"/>
                  <a:pt x="136178" y="130959"/>
                  <a:pt x="136178" y="127248"/>
                </a:cubicBezTo>
                <a:lnTo>
                  <a:pt x="136178" y="15627"/>
                </a:lnTo>
                <a:close/>
                <a:moveTo>
                  <a:pt x="100459" y="35719"/>
                </a:moveTo>
                <a:cubicBezTo>
                  <a:pt x="96748" y="35719"/>
                  <a:pt x="93762" y="38705"/>
                  <a:pt x="93762" y="42416"/>
                </a:cubicBezTo>
                <a:lnTo>
                  <a:pt x="93762" y="127248"/>
                </a:lnTo>
                <a:cubicBezTo>
                  <a:pt x="93762" y="130959"/>
                  <a:pt x="96748" y="133945"/>
                  <a:pt x="100459" y="133945"/>
                </a:cubicBezTo>
                <a:cubicBezTo>
                  <a:pt x="104170" y="133945"/>
                  <a:pt x="107156" y="130959"/>
                  <a:pt x="107156" y="127248"/>
                </a:cubicBezTo>
                <a:lnTo>
                  <a:pt x="107156" y="42416"/>
                </a:lnTo>
                <a:cubicBezTo>
                  <a:pt x="107156" y="38705"/>
                  <a:pt x="104170" y="35719"/>
                  <a:pt x="100459" y="35719"/>
                </a:cubicBezTo>
                <a:close/>
                <a:moveTo>
                  <a:pt x="78135" y="69205"/>
                </a:moveTo>
                <a:cubicBezTo>
                  <a:pt x="78135" y="65494"/>
                  <a:pt x="75149" y="62508"/>
                  <a:pt x="71438" y="62508"/>
                </a:cubicBezTo>
                <a:cubicBezTo>
                  <a:pt x="67726" y="62508"/>
                  <a:pt x="64740" y="65494"/>
                  <a:pt x="64740" y="69205"/>
                </a:cubicBezTo>
                <a:lnTo>
                  <a:pt x="64740" y="127248"/>
                </a:lnTo>
                <a:cubicBezTo>
                  <a:pt x="64740" y="130959"/>
                  <a:pt x="67726" y="133945"/>
                  <a:pt x="71438" y="133945"/>
                </a:cubicBezTo>
                <a:cubicBezTo>
                  <a:pt x="75149" y="133945"/>
                  <a:pt x="78135" y="130959"/>
                  <a:pt x="78135" y="127248"/>
                </a:cubicBezTo>
                <a:lnTo>
                  <a:pt x="78135" y="69205"/>
                </a:lnTo>
                <a:close/>
                <a:moveTo>
                  <a:pt x="42416" y="89297"/>
                </a:moveTo>
                <a:cubicBezTo>
                  <a:pt x="38705" y="89297"/>
                  <a:pt x="35719" y="92283"/>
                  <a:pt x="35719" y="95994"/>
                </a:cubicBezTo>
                <a:lnTo>
                  <a:pt x="35719" y="127248"/>
                </a:lnTo>
                <a:cubicBezTo>
                  <a:pt x="35719" y="130959"/>
                  <a:pt x="38705" y="133945"/>
                  <a:pt x="42416" y="133945"/>
                </a:cubicBezTo>
                <a:cubicBezTo>
                  <a:pt x="46127" y="133945"/>
                  <a:pt x="49113" y="130959"/>
                  <a:pt x="49113" y="127248"/>
                </a:cubicBezTo>
                <a:lnTo>
                  <a:pt x="49113" y="95994"/>
                </a:lnTo>
                <a:cubicBezTo>
                  <a:pt x="49113" y="92283"/>
                  <a:pt x="46127" y="89297"/>
                  <a:pt x="42416" y="89297"/>
                </a:cubicBezTo>
                <a:close/>
                <a:moveTo>
                  <a:pt x="13395" y="107156"/>
                </a:moveTo>
                <a:cubicBezTo>
                  <a:pt x="9683" y="107156"/>
                  <a:pt x="6697" y="110142"/>
                  <a:pt x="6697" y="113854"/>
                </a:cubicBezTo>
                <a:lnTo>
                  <a:pt x="6697" y="127248"/>
                </a:lnTo>
                <a:cubicBezTo>
                  <a:pt x="6697" y="130959"/>
                  <a:pt x="9683" y="133945"/>
                  <a:pt x="13395" y="133945"/>
                </a:cubicBezTo>
                <a:cubicBezTo>
                  <a:pt x="17106" y="133945"/>
                  <a:pt x="20092" y="130959"/>
                  <a:pt x="20092" y="127248"/>
                </a:cubicBezTo>
                <a:lnTo>
                  <a:pt x="20092" y="113854"/>
                </a:lnTo>
                <a:cubicBezTo>
                  <a:pt x="20092" y="110142"/>
                  <a:pt x="17106" y="107156"/>
                  <a:pt x="13395" y="10715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788194" y="5269806"/>
            <a:ext cx="5103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Backup: 4G/LTE Router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8194" y="5428556"/>
            <a:ext cx="509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GB data - ₹500/month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0850" y="5682455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525264" y="5817296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69205" y="24557"/>
                </a:moveTo>
                <a:lnTo>
                  <a:pt x="91529" y="24557"/>
                </a:lnTo>
                <a:lnTo>
                  <a:pt x="91529" y="37951"/>
                </a:lnTo>
                <a:lnTo>
                  <a:pt x="69205" y="37951"/>
                </a:lnTo>
                <a:lnTo>
                  <a:pt x="69205" y="24557"/>
                </a:lnTo>
                <a:close/>
                <a:moveTo>
                  <a:pt x="66973" y="8930"/>
                </a:moveTo>
                <a:cubicBezTo>
                  <a:pt x="59578" y="8930"/>
                  <a:pt x="53578" y="14929"/>
                  <a:pt x="53578" y="22324"/>
                </a:cubicBezTo>
                <a:lnTo>
                  <a:pt x="53578" y="40184"/>
                </a:lnTo>
                <a:cubicBezTo>
                  <a:pt x="53578" y="47578"/>
                  <a:pt x="59578" y="53578"/>
                  <a:pt x="66973" y="53578"/>
                </a:cubicBezTo>
                <a:lnTo>
                  <a:pt x="71438" y="53578"/>
                </a:lnTo>
                <a:lnTo>
                  <a:pt x="71438" y="62508"/>
                </a:lnTo>
                <a:lnTo>
                  <a:pt x="8930" y="62508"/>
                </a:lnTo>
                <a:cubicBezTo>
                  <a:pt x="3990" y="62508"/>
                  <a:pt x="0" y="66498"/>
                  <a:pt x="0" y="71438"/>
                </a:cubicBezTo>
                <a:cubicBezTo>
                  <a:pt x="0" y="76377"/>
                  <a:pt x="3990" y="80367"/>
                  <a:pt x="8930" y="80367"/>
                </a:cubicBezTo>
                <a:lnTo>
                  <a:pt x="35719" y="80367"/>
                </a:lnTo>
                <a:lnTo>
                  <a:pt x="35719" y="89297"/>
                </a:lnTo>
                <a:lnTo>
                  <a:pt x="31254" y="89297"/>
                </a:lnTo>
                <a:cubicBezTo>
                  <a:pt x="23859" y="89297"/>
                  <a:pt x="17859" y="95297"/>
                  <a:pt x="17859" y="102691"/>
                </a:cubicBezTo>
                <a:lnTo>
                  <a:pt x="17859" y="120551"/>
                </a:lnTo>
                <a:cubicBezTo>
                  <a:pt x="17859" y="127946"/>
                  <a:pt x="23859" y="133945"/>
                  <a:pt x="31254" y="133945"/>
                </a:cubicBezTo>
                <a:lnTo>
                  <a:pt x="58043" y="133945"/>
                </a:lnTo>
                <a:cubicBezTo>
                  <a:pt x="65438" y="133945"/>
                  <a:pt x="71438" y="127946"/>
                  <a:pt x="71438" y="120551"/>
                </a:cubicBezTo>
                <a:lnTo>
                  <a:pt x="71438" y="102691"/>
                </a:lnTo>
                <a:cubicBezTo>
                  <a:pt x="71438" y="95297"/>
                  <a:pt x="65438" y="89297"/>
                  <a:pt x="58043" y="89297"/>
                </a:cubicBezTo>
                <a:lnTo>
                  <a:pt x="53578" y="89297"/>
                </a:lnTo>
                <a:lnTo>
                  <a:pt x="53578" y="80367"/>
                </a:lnTo>
                <a:lnTo>
                  <a:pt x="107156" y="80367"/>
                </a:lnTo>
                <a:lnTo>
                  <a:pt x="107156" y="89297"/>
                </a:lnTo>
                <a:lnTo>
                  <a:pt x="102691" y="89297"/>
                </a:lnTo>
                <a:cubicBezTo>
                  <a:pt x="95297" y="89297"/>
                  <a:pt x="89297" y="95297"/>
                  <a:pt x="89297" y="102691"/>
                </a:cubicBezTo>
                <a:lnTo>
                  <a:pt x="89297" y="120551"/>
                </a:lnTo>
                <a:cubicBezTo>
                  <a:pt x="89297" y="127946"/>
                  <a:pt x="95297" y="133945"/>
                  <a:pt x="102691" y="133945"/>
                </a:cubicBezTo>
                <a:lnTo>
                  <a:pt x="129480" y="133945"/>
                </a:lnTo>
                <a:cubicBezTo>
                  <a:pt x="136875" y="133945"/>
                  <a:pt x="142875" y="127946"/>
                  <a:pt x="142875" y="120551"/>
                </a:cubicBezTo>
                <a:lnTo>
                  <a:pt x="142875" y="102691"/>
                </a:lnTo>
                <a:cubicBezTo>
                  <a:pt x="142875" y="95297"/>
                  <a:pt x="136875" y="89297"/>
                  <a:pt x="129480" y="89297"/>
                </a:cubicBezTo>
                <a:lnTo>
                  <a:pt x="125016" y="89297"/>
                </a:lnTo>
                <a:lnTo>
                  <a:pt x="125016" y="80367"/>
                </a:lnTo>
                <a:lnTo>
                  <a:pt x="151805" y="80367"/>
                </a:lnTo>
                <a:cubicBezTo>
                  <a:pt x="156744" y="80367"/>
                  <a:pt x="160734" y="76377"/>
                  <a:pt x="160734" y="71438"/>
                </a:cubicBezTo>
                <a:cubicBezTo>
                  <a:pt x="160734" y="66498"/>
                  <a:pt x="156744" y="62508"/>
                  <a:pt x="151805" y="62508"/>
                </a:cubicBezTo>
                <a:lnTo>
                  <a:pt x="89297" y="62508"/>
                </a:lnTo>
                <a:lnTo>
                  <a:pt x="89297" y="53578"/>
                </a:lnTo>
                <a:lnTo>
                  <a:pt x="93762" y="53578"/>
                </a:lnTo>
                <a:cubicBezTo>
                  <a:pt x="101157" y="53578"/>
                  <a:pt x="107156" y="47578"/>
                  <a:pt x="107156" y="40184"/>
                </a:cubicBezTo>
                <a:lnTo>
                  <a:pt x="107156" y="22324"/>
                </a:lnTo>
                <a:cubicBezTo>
                  <a:pt x="107156" y="14929"/>
                  <a:pt x="101157" y="8930"/>
                  <a:pt x="93762" y="8930"/>
                </a:cubicBezTo>
                <a:lnTo>
                  <a:pt x="66973" y="8930"/>
                </a:lnTo>
                <a:close/>
                <a:moveTo>
                  <a:pt x="125016" y="104924"/>
                </a:moveTo>
                <a:lnTo>
                  <a:pt x="127248" y="104924"/>
                </a:lnTo>
                <a:lnTo>
                  <a:pt x="127248" y="118318"/>
                </a:lnTo>
                <a:lnTo>
                  <a:pt x="104924" y="118318"/>
                </a:lnTo>
                <a:lnTo>
                  <a:pt x="104924" y="104924"/>
                </a:lnTo>
                <a:lnTo>
                  <a:pt x="125016" y="104924"/>
                </a:lnTo>
                <a:close/>
                <a:moveTo>
                  <a:pt x="53578" y="104924"/>
                </a:moveTo>
                <a:lnTo>
                  <a:pt x="55811" y="104924"/>
                </a:lnTo>
                <a:lnTo>
                  <a:pt x="55811" y="118318"/>
                </a:lnTo>
                <a:lnTo>
                  <a:pt x="33486" y="118318"/>
                </a:lnTo>
                <a:lnTo>
                  <a:pt x="33486" y="104924"/>
                </a:lnTo>
                <a:lnTo>
                  <a:pt x="53578" y="104924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88194" y="5745955"/>
            <a:ext cx="5103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Local: WiFi Network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88194" y="5904705"/>
            <a:ext cx="509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Workers access via tablets/phones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2675" y="1146175"/>
            <a:ext cx="5705475" cy="3213100"/>
          </a:xfrm>
          <a:custGeom>
            <a:avLst/>
            <a:gdLst/>
            <a:ahLst/>
            <a:cxnLst/>
            <a:rect l="l" t="t" r="r" b="b"/>
            <a:pathLst>
              <a:path w="5705475" h="3213100">
                <a:moveTo>
                  <a:pt x="95236" y="0"/>
                </a:moveTo>
                <a:lnTo>
                  <a:pt x="5610239" y="0"/>
                </a:lnTo>
                <a:cubicBezTo>
                  <a:pt x="5662801" y="0"/>
                  <a:pt x="5705475" y="42674"/>
                  <a:pt x="5705475" y="95236"/>
                </a:cubicBezTo>
                <a:lnTo>
                  <a:pt x="5705475" y="3117864"/>
                </a:lnTo>
                <a:cubicBezTo>
                  <a:pt x="5705475" y="3170461"/>
                  <a:pt x="5662836" y="3213100"/>
                  <a:pt x="5610239" y="3213100"/>
                </a:cubicBezTo>
                <a:lnTo>
                  <a:pt x="95236" y="3213100"/>
                </a:lnTo>
                <a:cubicBezTo>
                  <a:pt x="42674" y="3213100"/>
                  <a:pt x="0" y="3170426"/>
                  <a:pt x="0" y="3117864"/>
                </a:cubicBezTo>
                <a:lnTo>
                  <a:pt x="0" y="95236"/>
                </a:lnTo>
                <a:cubicBezTo>
                  <a:pt x="0" y="42674"/>
                  <a:pt x="42674" y="0"/>
                  <a:pt x="95236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92850" y="130810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257131" y="1308102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05600" y="1276352"/>
            <a:ext cx="101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Platform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05600" y="1498602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Multi-Tenant SaaS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92850" y="1752602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356350" y="1816102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Provider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56350" y="1974752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(primary) / GCP (disaster recovery)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292850" y="2260502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356350" y="2324002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56350" y="2482651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Compose (Phase 1-2) → ECS (Phase 3+)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292850" y="2768401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6356350" y="2831901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356350" y="2990554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RDS PostgreSQL + ElastiCache Redis + S3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292850" y="3276304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6356350" y="3339804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 Queue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356350" y="3498453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Pub/Sub (live sensor cache + command queue)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92850" y="3784203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6356350" y="3847703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56350" y="4006356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CloudWatch + alerts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62675" y="4460380"/>
            <a:ext cx="5705475" cy="2101850"/>
          </a:xfrm>
          <a:custGeom>
            <a:avLst/>
            <a:gdLst/>
            <a:ahLst/>
            <a:cxnLst/>
            <a:rect l="l" t="t" r="r" b="b"/>
            <a:pathLst>
              <a:path w="5705475" h="2101850">
                <a:moveTo>
                  <a:pt x="95256" y="0"/>
                </a:moveTo>
                <a:lnTo>
                  <a:pt x="5610219" y="0"/>
                </a:lnTo>
                <a:cubicBezTo>
                  <a:pt x="5662828" y="0"/>
                  <a:pt x="5705475" y="42647"/>
                  <a:pt x="5705475" y="95256"/>
                </a:cubicBezTo>
                <a:lnTo>
                  <a:pt x="5705475" y="2006594"/>
                </a:lnTo>
                <a:cubicBezTo>
                  <a:pt x="5705475" y="2059203"/>
                  <a:pt x="5662828" y="2101850"/>
                  <a:pt x="5610219" y="2101850"/>
                </a:cubicBezTo>
                <a:lnTo>
                  <a:pt x="95256" y="2101850"/>
                </a:lnTo>
                <a:cubicBezTo>
                  <a:pt x="42647" y="2101850"/>
                  <a:pt x="0" y="2059203"/>
                  <a:pt x="0" y="200659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6292850" y="462230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6257131" y="4622303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05600" y="4590553"/>
            <a:ext cx="1254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Applications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705600" y="4812803"/>
            <a:ext cx="123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292850" y="5066803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6376194" y="520164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98227"/>
                </a:lnTo>
                <a:cubicBezTo>
                  <a:pt x="0" y="108077"/>
                  <a:pt x="8009" y="116086"/>
                  <a:pt x="17859" y="116086"/>
                </a:cubicBezTo>
                <a:lnTo>
                  <a:pt x="58043" y="116086"/>
                </a:lnTo>
                <a:lnTo>
                  <a:pt x="53578" y="129480"/>
                </a:lnTo>
                <a:lnTo>
                  <a:pt x="33486" y="129480"/>
                </a:lnTo>
                <a:cubicBezTo>
                  <a:pt x="29775" y="129480"/>
                  <a:pt x="26789" y="132466"/>
                  <a:pt x="26789" y="136178"/>
                </a:cubicBezTo>
                <a:cubicBezTo>
                  <a:pt x="26789" y="139889"/>
                  <a:pt x="29775" y="142875"/>
                  <a:pt x="33486" y="142875"/>
                </a:cubicBezTo>
                <a:lnTo>
                  <a:pt x="109389" y="142875"/>
                </a:lnTo>
                <a:cubicBezTo>
                  <a:pt x="113100" y="142875"/>
                  <a:pt x="116086" y="139889"/>
                  <a:pt x="116086" y="136178"/>
                </a:cubicBezTo>
                <a:cubicBezTo>
                  <a:pt x="116086" y="132466"/>
                  <a:pt x="113100" y="129480"/>
                  <a:pt x="109389" y="129480"/>
                </a:cubicBezTo>
                <a:lnTo>
                  <a:pt x="89297" y="129480"/>
                </a:lnTo>
                <a:lnTo>
                  <a:pt x="84832" y="116086"/>
                </a:lnTo>
                <a:lnTo>
                  <a:pt x="125016" y="116086"/>
                </a:lnTo>
                <a:cubicBezTo>
                  <a:pt x="134866" y="116086"/>
                  <a:pt x="142875" y="108077"/>
                  <a:pt x="142875" y="98227"/>
                </a:cubicBezTo>
                <a:lnTo>
                  <a:pt x="142875" y="26789"/>
                </a:lnTo>
                <a:cubicBezTo>
                  <a:pt x="142875" y="16939"/>
                  <a:pt x="134866" y="8930"/>
                  <a:pt x="125016" y="8930"/>
                </a:cubicBezTo>
                <a:lnTo>
                  <a:pt x="17859" y="8930"/>
                </a:lnTo>
                <a:close/>
                <a:moveTo>
                  <a:pt x="26789" y="26789"/>
                </a:moveTo>
                <a:lnTo>
                  <a:pt x="116086" y="26789"/>
                </a:lnTo>
                <a:cubicBezTo>
                  <a:pt x="121025" y="26789"/>
                  <a:pt x="125016" y="30780"/>
                  <a:pt x="125016" y="35719"/>
                </a:cubicBezTo>
                <a:lnTo>
                  <a:pt x="125016" y="80367"/>
                </a:lnTo>
                <a:cubicBezTo>
                  <a:pt x="125016" y="85306"/>
                  <a:pt x="121025" y="89297"/>
                  <a:pt x="116086" y="89297"/>
                </a:cubicBezTo>
                <a:lnTo>
                  <a:pt x="26789" y="89297"/>
                </a:lnTo>
                <a:cubicBezTo>
                  <a:pt x="21850" y="89297"/>
                  <a:pt x="17859" y="85306"/>
                  <a:pt x="17859" y="80367"/>
                </a:cubicBezTo>
                <a:lnTo>
                  <a:pt x="17859" y="35719"/>
                </a:lnTo>
                <a:cubicBezTo>
                  <a:pt x="17859" y="30780"/>
                  <a:pt x="21850" y="26789"/>
                  <a:pt x="26789" y="2678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6630194" y="5130303"/>
            <a:ext cx="153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Dashboard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630194" y="5289053"/>
            <a:ext cx="1531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18 + TypeScript + TailwindCSS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292850" y="5542956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6394053" y="5677793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4465" y="17859"/>
                </a:moveTo>
                <a:cubicBezTo>
                  <a:pt x="4465" y="8009"/>
                  <a:pt x="12474" y="0"/>
                  <a:pt x="22324" y="0"/>
                </a:cubicBezTo>
                <a:lnTo>
                  <a:pt x="84832" y="0"/>
                </a:lnTo>
                <a:cubicBezTo>
                  <a:pt x="94683" y="0"/>
                  <a:pt x="102691" y="8009"/>
                  <a:pt x="102691" y="17859"/>
                </a:cubicBezTo>
                <a:lnTo>
                  <a:pt x="102691" y="125016"/>
                </a:lnTo>
                <a:cubicBezTo>
                  <a:pt x="102691" y="134866"/>
                  <a:pt x="94683" y="142875"/>
                  <a:pt x="84832" y="142875"/>
                </a:cubicBezTo>
                <a:lnTo>
                  <a:pt x="22324" y="142875"/>
                </a:lnTo>
                <a:cubicBezTo>
                  <a:pt x="12474" y="142875"/>
                  <a:pt x="4465" y="134866"/>
                  <a:pt x="4465" y="125016"/>
                </a:cubicBezTo>
                <a:lnTo>
                  <a:pt x="4465" y="17859"/>
                </a:lnTo>
                <a:close/>
                <a:moveTo>
                  <a:pt x="22324" y="17859"/>
                </a:moveTo>
                <a:lnTo>
                  <a:pt x="22324" y="102691"/>
                </a:lnTo>
                <a:lnTo>
                  <a:pt x="84832" y="102691"/>
                </a:lnTo>
                <a:lnTo>
                  <a:pt x="84832" y="17859"/>
                </a:lnTo>
                <a:lnTo>
                  <a:pt x="22324" y="17859"/>
                </a:lnTo>
                <a:close/>
                <a:moveTo>
                  <a:pt x="53578" y="131713"/>
                </a:moveTo>
                <a:cubicBezTo>
                  <a:pt x="58517" y="131713"/>
                  <a:pt x="62508" y="127722"/>
                  <a:pt x="62508" y="122783"/>
                </a:cubicBezTo>
                <a:cubicBezTo>
                  <a:pt x="62508" y="117844"/>
                  <a:pt x="58517" y="113854"/>
                  <a:pt x="53578" y="113854"/>
                </a:cubicBezTo>
                <a:cubicBezTo>
                  <a:pt x="48639" y="113854"/>
                  <a:pt x="44648" y="117844"/>
                  <a:pt x="44648" y="122783"/>
                </a:cubicBezTo>
                <a:cubicBezTo>
                  <a:pt x="44648" y="127722"/>
                  <a:pt x="48639" y="131713"/>
                  <a:pt x="53578" y="13171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6630194" y="5606456"/>
            <a:ext cx="1865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6630194" y="5765206"/>
            <a:ext cx="1857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 Web App (PWA) - no app store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6292850" y="6019105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6385123" y="6153946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94543" y="-2763"/>
                </a:moveTo>
                <a:cubicBezTo>
                  <a:pt x="97864" y="-363"/>
                  <a:pt x="99092" y="3990"/>
                  <a:pt x="97585" y="7786"/>
                </a:cubicBezTo>
                <a:lnTo>
                  <a:pt x="75707" y="62508"/>
                </a:lnTo>
                <a:lnTo>
                  <a:pt x="116086" y="62508"/>
                </a:lnTo>
                <a:cubicBezTo>
                  <a:pt x="119853" y="62508"/>
                  <a:pt x="123202" y="64852"/>
                  <a:pt x="124485" y="68396"/>
                </a:cubicBezTo>
                <a:cubicBezTo>
                  <a:pt x="125769" y="71940"/>
                  <a:pt x="124681" y="75902"/>
                  <a:pt x="121807" y="78302"/>
                </a:cubicBezTo>
                <a:lnTo>
                  <a:pt x="41439" y="145275"/>
                </a:lnTo>
                <a:cubicBezTo>
                  <a:pt x="38286" y="147898"/>
                  <a:pt x="33793" y="148037"/>
                  <a:pt x="30473" y="145638"/>
                </a:cubicBezTo>
                <a:cubicBezTo>
                  <a:pt x="27152" y="143238"/>
                  <a:pt x="25924" y="138885"/>
                  <a:pt x="27431" y="135089"/>
                </a:cubicBezTo>
                <a:lnTo>
                  <a:pt x="49309" y="80367"/>
                </a:lnTo>
                <a:lnTo>
                  <a:pt x="8930" y="80367"/>
                </a:lnTo>
                <a:cubicBezTo>
                  <a:pt x="5162" y="80367"/>
                  <a:pt x="1814" y="78023"/>
                  <a:pt x="530" y="74479"/>
                </a:cubicBezTo>
                <a:cubicBezTo>
                  <a:pt x="-753" y="70935"/>
                  <a:pt x="335" y="66973"/>
                  <a:pt x="3209" y="64573"/>
                </a:cubicBezTo>
                <a:lnTo>
                  <a:pt x="83576" y="-2400"/>
                </a:lnTo>
                <a:cubicBezTo>
                  <a:pt x="86730" y="-5023"/>
                  <a:pt x="91222" y="-5162"/>
                  <a:pt x="94543" y="-276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6630194" y="6082605"/>
            <a:ext cx="138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Updates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6630194" y="6241355"/>
            <a:ext cx="138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(&lt;1s push via WebSocket)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320675" y="6663532"/>
            <a:ext cx="11547475" cy="609600"/>
          </a:xfrm>
          <a:custGeom>
            <a:avLst/>
            <a:gdLst/>
            <a:ahLst/>
            <a:cxnLst/>
            <a:rect l="l" t="t" r="r" b="b"/>
            <a:pathLst>
              <a:path w="11547475" h="609600">
                <a:moveTo>
                  <a:pt x="95250" y="0"/>
                </a:moveTo>
                <a:lnTo>
                  <a:pt x="11452225" y="0"/>
                </a:lnTo>
                <a:cubicBezTo>
                  <a:pt x="11504795" y="0"/>
                  <a:pt x="11547475" y="42680"/>
                  <a:pt x="11547475" y="95250"/>
                </a:cubicBezTo>
                <a:lnTo>
                  <a:pt x="11547475" y="514350"/>
                </a:lnTo>
                <a:cubicBezTo>
                  <a:pt x="11547475" y="566955"/>
                  <a:pt x="11504830" y="609600"/>
                  <a:pt x="11452225" y="609600"/>
                </a:cubicBezTo>
                <a:lnTo>
                  <a:pt x="95250" y="609600"/>
                </a:lnTo>
                <a:cubicBezTo>
                  <a:pt x="42645" y="609600"/>
                  <a:pt x="0" y="566955"/>
                  <a:pt x="0" y="514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391319" y="6761955"/>
            <a:ext cx="375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Server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379412" y="6952455"/>
            <a:ext cx="3778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₹25K + ₹1,400/mo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4218186" y="6761955"/>
            <a:ext cx="375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(50 farms)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4206280" y="6952455"/>
            <a:ext cx="3778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₹650/farm/month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8045152" y="6761955"/>
            <a:ext cx="375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Stack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8033246" y="6952455"/>
            <a:ext cx="3778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Python + TypeScript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5727" y="46831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5016" y="57429"/>
                </a:moveTo>
                <a:cubicBezTo>
                  <a:pt x="120886" y="60164"/>
                  <a:pt x="116142" y="62368"/>
                  <a:pt x="111203" y="64126"/>
                </a:cubicBezTo>
                <a:cubicBezTo>
                  <a:pt x="98087" y="68814"/>
                  <a:pt x="80869" y="71438"/>
                  <a:pt x="62508" y="71438"/>
                </a:cubicBezTo>
                <a:cubicBezTo>
                  <a:pt x="44146" y="71438"/>
                  <a:pt x="26901" y="68786"/>
                  <a:pt x="13813" y="64126"/>
                </a:cubicBezTo>
                <a:cubicBezTo>
                  <a:pt x="8902" y="62368"/>
                  <a:pt x="4130" y="60164"/>
                  <a:pt x="0" y="57429"/>
                </a:cubicBezTo>
                <a:lnTo>
                  <a:pt x="0" y="80367"/>
                </a:lnTo>
                <a:cubicBezTo>
                  <a:pt x="0" y="92701"/>
                  <a:pt x="27989" y="102691"/>
                  <a:pt x="62508" y="102691"/>
                </a:cubicBezTo>
                <a:cubicBezTo>
                  <a:pt x="97027" y="102691"/>
                  <a:pt x="125016" y="92701"/>
                  <a:pt x="125016" y="80367"/>
                </a:cubicBezTo>
                <a:lnTo>
                  <a:pt x="125016" y="57429"/>
                </a:lnTo>
                <a:close/>
                <a:moveTo>
                  <a:pt x="125016" y="35719"/>
                </a:moveTo>
                <a:lnTo>
                  <a:pt x="125016" y="22324"/>
                </a:lnTo>
                <a:cubicBezTo>
                  <a:pt x="125016" y="9990"/>
                  <a:pt x="97027" y="0"/>
                  <a:pt x="62508" y="0"/>
                </a:cubicBezTo>
                <a:cubicBezTo>
                  <a:pt x="27989" y="0"/>
                  <a:pt x="0" y="9990"/>
                  <a:pt x="0" y="22324"/>
                </a:cubicBezTo>
                <a:lnTo>
                  <a:pt x="0" y="35719"/>
                </a:lnTo>
                <a:cubicBezTo>
                  <a:pt x="0" y="48053"/>
                  <a:pt x="27989" y="58043"/>
                  <a:pt x="62508" y="58043"/>
                </a:cubicBezTo>
                <a:cubicBezTo>
                  <a:pt x="97027" y="58043"/>
                  <a:pt x="125016" y="48053"/>
                  <a:pt x="125016" y="35719"/>
                </a:cubicBezTo>
                <a:close/>
                <a:moveTo>
                  <a:pt x="111203" y="108775"/>
                </a:moveTo>
                <a:cubicBezTo>
                  <a:pt x="98115" y="113435"/>
                  <a:pt x="80897" y="116086"/>
                  <a:pt x="62508" y="116086"/>
                </a:cubicBezTo>
                <a:cubicBezTo>
                  <a:pt x="44118" y="116086"/>
                  <a:pt x="26901" y="113435"/>
                  <a:pt x="13813" y="108775"/>
                </a:cubicBezTo>
                <a:cubicBezTo>
                  <a:pt x="8902" y="107017"/>
                  <a:pt x="4130" y="104812"/>
                  <a:pt x="0" y="102077"/>
                </a:cubicBezTo>
                <a:lnTo>
                  <a:pt x="0" y="120551"/>
                </a:lnTo>
                <a:cubicBezTo>
                  <a:pt x="0" y="132885"/>
                  <a:pt x="27989" y="142875"/>
                  <a:pt x="62508" y="142875"/>
                </a:cubicBezTo>
                <a:cubicBezTo>
                  <a:pt x="97027" y="142875"/>
                  <a:pt x="125016" y="132885"/>
                  <a:pt x="125016" y="120551"/>
                </a:cubicBezTo>
                <a:lnTo>
                  <a:pt x="125016" y="102077"/>
                </a:lnTo>
                <a:cubicBezTo>
                  <a:pt x="120886" y="104812"/>
                  <a:pt x="116142" y="107017"/>
                  <a:pt x="111203" y="108775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437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Strategy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4437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Data We Capture &amp; Why It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data collection across 5 categories with tiered storage strategy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3784600" cy="2498725"/>
          </a:xfrm>
          <a:custGeom>
            <a:avLst/>
            <a:gdLst/>
            <a:ahLst/>
            <a:cxnLst/>
            <a:rect l="l" t="t" r="r" b="b"/>
            <a:pathLst>
              <a:path w="3784600" h="2498725">
                <a:moveTo>
                  <a:pt x="95251" y="0"/>
                </a:moveTo>
                <a:lnTo>
                  <a:pt x="3689349" y="0"/>
                </a:lnTo>
                <a:cubicBezTo>
                  <a:pt x="3741954" y="0"/>
                  <a:pt x="3784600" y="42646"/>
                  <a:pt x="3784600" y="95251"/>
                </a:cubicBezTo>
                <a:lnTo>
                  <a:pt x="3784600" y="2403474"/>
                </a:lnTo>
                <a:cubicBezTo>
                  <a:pt x="3784600" y="2456079"/>
                  <a:pt x="3741954" y="2498725"/>
                  <a:pt x="3689349" y="2498725"/>
                </a:cubicBezTo>
                <a:lnTo>
                  <a:pt x="95251" y="2498725"/>
                </a:lnTo>
                <a:cubicBezTo>
                  <a:pt x="42646" y="2498725"/>
                  <a:pt x="0" y="2456079"/>
                  <a:pt x="0" y="2403474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9100" y="12446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13358" y="1316040"/>
            <a:ext cx="69453" cy="111125"/>
          </a:xfrm>
          <a:custGeom>
            <a:avLst/>
            <a:gdLst/>
            <a:ahLst/>
            <a:cxnLst/>
            <a:rect l="l" t="t" r="r" b="b"/>
            <a:pathLst>
              <a:path w="69453" h="111125">
                <a:moveTo>
                  <a:pt x="34727" y="0"/>
                </a:moveTo>
                <a:cubicBezTo>
                  <a:pt x="23223" y="0"/>
                  <a:pt x="13891" y="9333"/>
                  <a:pt x="13891" y="20836"/>
                </a:cubicBezTo>
                <a:lnTo>
                  <a:pt x="13891" y="56583"/>
                </a:lnTo>
                <a:cubicBezTo>
                  <a:pt x="7488" y="62291"/>
                  <a:pt x="3473" y="70625"/>
                  <a:pt x="3473" y="79871"/>
                </a:cubicBezTo>
                <a:cubicBezTo>
                  <a:pt x="3473" y="97126"/>
                  <a:pt x="17472" y="111125"/>
                  <a:pt x="34727" y="111125"/>
                </a:cubicBezTo>
                <a:cubicBezTo>
                  <a:pt x="51981" y="111125"/>
                  <a:pt x="65980" y="97126"/>
                  <a:pt x="65980" y="79871"/>
                </a:cubicBezTo>
                <a:cubicBezTo>
                  <a:pt x="65980" y="70625"/>
                  <a:pt x="61965" y="62291"/>
                  <a:pt x="55563" y="56583"/>
                </a:cubicBezTo>
                <a:lnTo>
                  <a:pt x="55563" y="20836"/>
                </a:lnTo>
                <a:cubicBezTo>
                  <a:pt x="55563" y="9333"/>
                  <a:pt x="46230" y="0"/>
                  <a:pt x="34727" y="0"/>
                </a:cubicBezTo>
                <a:close/>
                <a:moveTo>
                  <a:pt x="48617" y="79871"/>
                </a:moveTo>
                <a:cubicBezTo>
                  <a:pt x="48617" y="87533"/>
                  <a:pt x="42388" y="93762"/>
                  <a:pt x="34727" y="93762"/>
                </a:cubicBezTo>
                <a:cubicBezTo>
                  <a:pt x="27065" y="93762"/>
                  <a:pt x="20836" y="87533"/>
                  <a:pt x="20836" y="79871"/>
                </a:cubicBezTo>
                <a:cubicBezTo>
                  <a:pt x="20836" y="74033"/>
                  <a:pt x="24417" y="69041"/>
                  <a:pt x="29518" y="67001"/>
                </a:cubicBezTo>
                <a:lnTo>
                  <a:pt x="29518" y="46881"/>
                </a:lnTo>
                <a:cubicBezTo>
                  <a:pt x="29518" y="43994"/>
                  <a:pt x="31840" y="41672"/>
                  <a:pt x="34727" y="41672"/>
                </a:cubicBezTo>
                <a:cubicBezTo>
                  <a:pt x="37613" y="41672"/>
                  <a:pt x="39936" y="43994"/>
                  <a:pt x="39936" y="46881"/>
                </a:cubicBezTo>
                <a:lnTo>
                  <a:pt x="39936" y="67001"/>
                </a:lnTo>
                <a:cubicBezTo>
                  <a:pt x="45036" y="69062"/>
                  <a:pt x="48617" y="74054"/>
                  <a:pt x="48617" y="79871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6600" y="1276352"/>
            <a:ext cx="115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Environmental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9100" y="1562102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2600" y="1625602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600" y="1784252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Temperature, Humidity, CO₂, Light, Outdoor Sensor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9100" y="2070002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2600" y="2133502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2600" y="2292151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30 seconds (target), currently 5 min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9100" y="2577901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2600" y="2641401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2600" y="2800054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million readings/month (25-room farm)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2275" y="3088979"/>
            <a:ext cx="3578225" cy="450850"/>
          </a:xfrm>
          <a:custGeom>
            <a:avLst/>
            <a:gdLst/>
            <a:ahLst/>
            <a:cxnLst/>
            <a:rect l="l" t="t" r="r" b="b"/>
            <a:pathLst>
              <a:path w="3578225" h="450850">
                <a:moveTo>
                  <a:pt x="63502" y="0"/>
                </a:moveTo>
                <a:lnTo>
                  <a:pt x="3514723" y="0"/>
                </a:lnTo>
                <a:cubicBezTo>
                  <a:pt x="3549794" y="0"/>
                  <a:pt x="3578225" y="28431"/>
                  <a:pt x="3578225" y="63502"/>
                </a:cubicBezTo>
                <a:lnTo>
                  <a:pt x="3578225" y="387348"/>
                </a:lnTo>
                <a:cubicBezTo>
                  <a:pt x="3578225" y="422419"/>
                  <a:pt x="3549794" y="450850"/>
                  <a:pt x="3514723" y="450850"/>
                </a:cubicBezTo>
                <a:lnTo>
                  <a:pt x="63502" y="450850"/>
                </a:lnTo>
                <a:cubicBezTo>
                  <a:pt x="28431" y="450850"/>
                  <a:pt x="0" y="422419"/>
                  <a:pt x="0" y="3873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8950" y="3155652"/>
            <a:ext cx="3492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8950" y="3314305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alerts, historical analysis, compliance exports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04692" y="1146175"/>
            <a:ext cx="3784600" cy="2498725"/>
          </a:xfrm>
          <a:custGeom>
            <a:avLst/>
            <a:gdLst/>
            <a:ahLst/>
            <a:cxnLst/>
            <a:rect l="l" t="t" r="r" b="b"/>
            <a:pathLst>
              <a:path w="3784600" h="2498725">
                <a:moveTo>
                  <a:pt x="95251" y="0"/>
                </a:moveTo>
                <a:lnTo>
                  <a:pt x="3689349" y="0"/>
                </a:lnTo>
                <a:cubicBezTo>
                  <a:pt x="3741954" y="0"/>
                  <a:pt x="3784600" y="42646"/>
                  <a:pt x="3784600" y="95251"/>
                </a:cubicBezTo>
                <a:lnTo>
                  <a:pt x="3784600" y="2403474"/>
                </a:lnTo>
                <a:cubicBezTo>
                  <a:pt x="3784600" y="2456079"/>
                  <a:pt x="3741954" y="2498725"/>
                  <a:pt x="3689349" y="2498725"/>
                </a:cubicBezTo>
                <a:lnTo>
                  <a:pt x="95251" y="2498725"/>
                </a:lnTo>
                <a:cubicBezTo>
                  <a:pt x="42646" y="2498725"/>
                  <a:pt x="0" y="2456079"/>
                  <a:pt x="0" y="2403474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303117" y="12446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376539" y="131604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13891"/>
                </a:moveTo>
                <a:cubicBezTo>
                  <a:pt x="13891" y="10049"/>
                  <a:pt x="10787" y="6945"/>
                  <a:pt x="6945" y="6945"/>
                </a:cubicBezTo>
                <a:cubicBezTo>
                  <a:pt x="3104" y="6945"/>
                  <a:pt x="0" y="10049"/>
                  <a:pt x="0" y="13891"/>
                </a:cubicBezTo>
                <a:lnTo>
                  <a:pt x="0" y="86816"/>
                </a:lnTo>
                <a:cubicBezTo>
                  <a:pt x="0" y="96410"/>
                  <a:pt x="7770" y="104180"/>
                  <a:pt x="17363" y="104180"/>
                </a:cubicBezTo>
                <a:lnTo>
                  <a:pt x="104180" y="104180"/>
                </a:lnTo>
                <a:cubicBezTo>
                  <a:pt x="108021" y="104180"/>
                  <a:pt x="111125" y="101076"/>
                  <a:pt x="111125" y="97234"/>
                </a:cubicBezTo>
                <a:cubicBezTo>
                  <a:pt x="111125" y="93393"/>
                  <a:pt x="108021" y="90289"/>
                  <a:pt x="104180" y="90289"/>
                </a:cubicBezTo>
                <a:lnTo>
                  <a:pt x="17363" y="90289"/>
                </a:lnTo>
                <a:cubicBezTo>
                  <a:pt x="15453" y="90289"/>
                  <a:pt x="13891" y="88726"/>
                  <a:pt x="13891" y="86816"/>
                </a:cubicBezTo>
                <a:lnTo>
                  <a:pt x="13891" y="13891"/>
                </a:lnTo>
                <a:close/>
                <a:moveTo>
                  <a:pt x="102140" y="32686"/>
                </a:moveTo>
                <a:cubicBezTo>
                  <a:pt x="104853" y="29973"/>
                  <a:pt x="104853" y="25567"/>
                  <a:pt x="102140" y="22854"/>
                </a:cubicBezTo>
                <a:cubicBezTo>
                  <a:pt x="99426" y="20141"/>
                  <a:pt x="95021" y="20141"/>
                  <a:pt x="92308" y="22854"/>
                </a:cubicBezTo>
                <a:lnTo>
                  <a:pt x="69453" y="45731"/>
                </a:lnTo>
                <a:lnTo>
                  <a:pt x="56995" y="33294"/>
                </a:lnTo>
                <a:cubicBezTo>
                  <a:pt x="54282" y="30581"/>
                  <a:pt x="49876" y="30581"/>
                  <a:pt x="47163" y="33294"/>
                </a:cubicBezTo>
                <a:lnTo>
                  <a:pt x="26327" y="54130"/>
                </a:lnTo>
                <a:cubicBezTo>
                  <a:pt x="23614" y="56843"/>
                  <a:pt x="23614" y="61249"/>
                  <a:pt x="26327" y="63962"/>
                </a:cubicBezTo>
                <a:cubicBezTo>
                  <a:pt x="29040" y="66675"/>
                  <a:pt x="33446" y="66675"/>
                  <a:pt x="36159" y="63962"/>
                </a:cubicBezTo>
                <a:lnTo>
                  <a:pt x="52090" y="48031"/>
                </a:lnTo>
                <a:lnTo>
                  <a:pt x="64548" y="60489"/>
                </a:lnTo>
                <a:cubicBezTo>
                  <a:pt x="67261" y="63202"/>
                  <a:pt x="71667" y="63202"/>
                  <a:pt x="74380" y="60489"/>
                </a:cubicBezTo>
                <a:lnTo>
                  <a:pt x="102161" y="32708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20617" y="1276352"/>
            <a:ext cx="9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Data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03117" y="1562102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366617" y="1625602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TRACKING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66617" y="1784252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Inoculation → Harvest (35-40 days)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03117" y="2070002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366617" y="2133502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METRICS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66617" y="2292151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vs actual (kg per batch)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03117" y="2577901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366617" y="2641401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LOGS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66617" y="2800054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Room, stage, contamination type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06292" y="3088979"/>
            <a:ext cx="3578225" cy="450850"/>
          </a:xfrm>
          <a:custGeom>
            <a:avLst/>
            <a:gdLst/>
            <a:ahLst/>
            <a:cxnLst/>
            <a:rect l="l" t="t" r="r" b="b"/>
            <a:pathLst>
              <a:path w="3578225" h="450850">
                <a:moveTo>
                  <a:pt x="63502" y="0"/>
                </a:moveTo>
                <a:lnTo>
                  <a:pt x="3514723" y="0"/>
                </a:lnTo>
                <a:cubicBezTo>
                  <a:pt x="3549794" y="0"/>
                  <a:pt x="3578225" y="28431"/>
                  <a:pt x="3578225" y="63502"/>
                </a:cubicBezTo>
                <a:lnTo>
                  <a:pt x="3578225" y="387348"/>
                </a:lnTo>
                <a:cubicBezTo>
                  <a:pt x="3578225" y="422419"/>
                  <a:pt x="3549794" y="450850"/>
                  <a:pt x="3514723" y="450850"/>
                </a:cubicBezTo>
                <a:lnTo>
                  <a:pt x="63502" y="450850"/>
                </a:lnTo>
                <a:cubicBezTo>
                  <a:pt x="28431" y="450850"/>
                  <a:pt x="0" y="422419"/>
                  <a:pt x="0" y="3873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372967" y="3155652"/>
            <a:ext cx="3492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72967" y="3314305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best rooms, pattern detection, financial analysis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88809" y="1146175"/>
            <a:ext cx="3784600" cy="2498725"/>
          </a:xfrm>
          <a:custGeom>
            <a:avLst/>
            <a:gdLst/>
            <a:ahLst/>
            <a:cxnLst/>
            <a:rect l="l" t="t" r="r" b="b"/>
            <a:pathLst>
              <a:path w="3784600" h="2498725">
                <a:moveTo>
                  <a:pt x="95251" y="0"/>
                </a:moveTo>
                <a:lnTo>
                  <a:pt x="3689349" y="0"/>
                </a:lnTo>
                <a:cubicBezTo>
                  <a:pt x="3741954" y="0"/>
                  <a:pt x="3784600" y="42646"/>
                  <a:pt x="3784600" y="95251"/>
                </a:cubicBezTo>
                <a:lnTo>
                  <a:pt x="3784600" y="2403474"/>
                </a:lnTo>
                <a:cubicBezTo>
                  <a:pt x="3784600" y="2456079"/>
                  <a:pt x="3741954" y="2498725"/>
                  <a:pt x="3689349" y="2498725"/>
                </a:cubicBezTo>
                <a:lnTo>
                  <a:pt x="95251" y="2498725"/>
                </a:lnTo>
                <a:cubicBezTo>
                  <a:pt x="42646" y="2498725"/>
                  <a:pt x="0" y="2456079"/>
                  <a:pt x="0" y="2403474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187234" y="12446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260656" y="131604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48617" y="0"/>
                </a:moveTo>
                <a:lnTo>
                  <a:pt x="48617" y="13891"/>
                </a:lnTo>
                <a:cubicBezTo>
                  <a:pt x="48617" y="15801"/>
                  <a:pt x="50180" y="17363"/>
                  <a:pt x="52090" y="17363"/>
                </a:cubicBezTo>
                <a:lnTo>
                  <a:pt x="59035" y="17363"/>
                </a:lnTo>
                <a:cubicBezTo>
                  <a:pt x="60945" y="17363"/>
                  <a:pt x="62508" y="15801"/>
                  <a:pt x="62508" y="13891"/>
                </a:cubicBezTo>
                <a:lnTo>
                  <a:pt x="62508" y="0"/>
                </a:lnTo>
                <a:lnTo>
                  <a:pt x="69453" y="0"/>
                </a:lnTo>
                <a:cubicBezTo>
                  <a:pt x="77115" y="0"/>
                  <a:pt x="83344" y="6229"/>
                  <a:pt x="83344" y="13891"/>
                </a:cubicBezTo>
                <a:lnTo>
                  <a:pt x="83344" y="41672"/>
                </a:lnTo>
                <a:cubicBezTo>
                  <a:pt x="83344" y="42866"/>
                  <a:pt x="83192" y="44038"/>
                  <a:pt x="82910" y="45145"/>
                </a:cubicBezTo>
                <a:lnTo>
                  <a:pt x="28215" y="45145"/>
                </a:lnTo>
                <a:cubicBezTo>
                  <a:pt x="27933" y="44038"/>
                  <a:pt x="27781" y="42866"/>
                  <a:pt x="27781" y="41672"/>
                </a:cubicBezTo>
                <a:lnTo>
                  <a:pt x="27781" y="13891"/>
                </a:lnTo>
                <a:cubicBezTo>
                  <a:pt x="27781" y="6229"/>
                  <a:pt x="34010" y="0"/>
                  <a:pt x="41672" y="0"/>
                </a:cubicBezTo>
                <a:lnTo>
                  <a:pt x="48617" y="0"/>
                </a:lnTo>
                <a:close/>
                <a:moveTo>
                  <a:pt x="69453" y="111125"/>
                </a:moveTo>
                <a:cubicBezTo>
                  <a:pt x="67022" y="111125"/>
                  <a:pt x="64722" y="110496"/>
                  <a:pt x="62725" y="109389"/>
                </a:cubicBezTo>
                <a:cubicBezTo>
                  <a:pt x="64787" y="105807"/>
                  <a:pt x="65980" y="101662"/>
                  <a:pt x="65980" y="97234"/>
                </a:cubicBezTo>
                <a:lnTo>
                  <a:pt x="65980" y="69453"/>
                </a:lnTo>
                <a:cubicBezTo>
                  <a:pt x="65980" y="65025"/>
                  <a:pt x="64787" y="60880"/>
                  <a:pt x="62725" y="57299"/>
                </a:cubicBezTo>
                <a:cubicBezTo>
                  <a:pt x="64722" y="56192"/>
                  <a:pt x="67001" y="55563"/>
                  <a:pt x="69453" y="55563"/>
                </a:cubicBezTo>
                <a:lnTo>
                  <a:pt x="76398" y="55563"/>
                </a:lnTo>
                <a:lnTo>
                  <a:pt x="76398" y="69453"/>
                </a:lnTo>
                <a:cubicBezTo>
                  <a:pt x="76398" y="71363"/>
                  <a:pt x="77961" y="72926"/>
                  <a:pt x="79871" y="72926"/>
                </a:cubicBezTo>
                <a:lnTo>
                  <a:pt x="86816" y="72926"/>
                </a:lnTo>
                <a:cubicBezTo>
                  <a:pt x="88726" y="72926"/>
                  <a:pt x="90289" y="71363"/>
                  <a:pt x="90289" y="69453"/>
                </a:cubicBezTo>
                <a:lnTo>
                  <a:pt x="90289" y="55563"/>
                </a:lnTo>
                <a:lnTo>
                  <a:pt x="97234" y="55563"/>
                </a:lnTo>
                <a:cubicBezTo>
                  <a:pt x="104896" y="55563"/>
                  <a:pt x="111125" y="61792"/>
                  <a:pt x="111125" y="69453"/>
                </a:cubicBezTo>
                <a:lnTo>
                  <a:pt x="111125" y="97234"/>
                </a:lnTo>
                <a:cubicBezTo>
                  <a:pt x="111125" y="104896"/>
                  <a:pt x="104896" y="111125"/>
                  <a:pt x="97234" y="111125"/>
                </a:cubicBezTo>
                <a:lnTo>
                  <a:pt x="69453" y="111125"/>
                </a:lnTo>
                <a:close/>
                <a:moveTo>
                  <a:pt x="0" y="69453"/>
                </a:moveTo>
                <a:cubicBezTo>
                  <a:pt x="0" y="61792"/>
                  <a:pt x="6229" y="55563"/>
                  <a:pt x="13891" y="55563"/>
                </a:cubicBezTo>
                <a:lnTo>
                  <a:pt x="20836" y="55563"/>
                </a:lnTo>
                <a:lnTo>
                  <a:pt x="20836" y="69453"/>
                </a:lnTo>
                <a:cubicBezTo>
                  <a:pt x="20836" y="71363"/>
                  <a:pt x="22399" y="72926"/>
                  <a:pt x="24309" y="72926"/>
                </a:cubicBezTo>
                <a:lnTo>
                  <a:pt x="31254" y="72926"/>
                </a:lnTo>
                <a:cubicBezTo>
                  <a:pt x="33164" y="72926"/>
                  <a:pt x="34727" y="71363"/>
                  <a:pt x="34727" y="69453"/>
                </a:cubicBezTo>
                <a:lnTo>
                  <a:pt x="34727" y="55563"/>
                </a:lnTo>
                <a:lnTo>
                  <a:pt x="41672" y="55563"/>
                </a:lnTo>
                <a:cubicBezTo>
                  <a:pt x="49333" y="55563"/>
                  <a:pt x="55563" y="61792"/>
                  <a:pt x="55563" y="69453"/>
                </a:cubicBezTo>
                <a:lnTo>
                  <a:pt x="55563" y="97234"/>
                </a:lnTo>
                <a:cubicBezTo>
                  <a:pt x="55563" y="104896"/>
                  <a:pt x="49333" y="111125"/>
                  <a:pt x="41672" y="111125"/>
                </a:cubicBezTo>
                <a:lnTo>
                  <a:pt x="13891" y="111125"/>
                </a:lnTo>
                <a:cubicBezTo>
                  <a:pt x="6229" y="111125"/>
                  <a:pt x="0" y="104896"/>
                  <a:pt x="0" y="97234"/>
                </a:cubicBezTo>
                <a:lnTo>
                  <a:pt x="0" y="69453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504734" y="1276352"/>
            <a:ext cx="88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Data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87234" y="1562102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250734" y="1625602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MATERIALS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50734" y="1784252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Straw stock, spawn batches (lot numbers)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87234" y="2070002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250734" y="2133502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CONSUMABLES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50734" y="2292151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Bags, labels, packaging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87234" y="2577901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250734" y="2641401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FINISHED GOODS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50734" y="2800054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Harvested mushrooms (Grade A/B/C)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90409" y="3088979"/>
            <a:ext cx="3578225" cy="450850"/>
          </a:xfrm>
          <a:custGeom>
            <a:avLst/>
            <a:gdLst/>
            <a:ahLst/>
            <a:cxnLst/>
            <a:rect l="l" t="t" r="r" b="b"/>
            <a:pathLst>
              <a:path w="3578225" h="450850">
                <a:moveTo>
                  <a:pt x="63502" y="0"/>
                </a:moveTo>
                <a:lnTo>
                  <a:pt x="3514723" y="0"/>
                </a:lnTo>
                <a:cubicBezTo>
                  <a:pt x="3549794" y="0"/>
                  <a:pt x="3578225" y="28431"/>
                  <a:pt x="3578225" y="63502"/>
                </a:cubicBezTo>
                <a:lnTo>
                  <a:pt x="3578225" y="387348"/>
                </a:lnTo>
                <a:cubicBezTo>
                  <a:pt x="3578225" y="422419"/>
                  <a:pt x="3549794" y="450850"/>
                  <a:pt x="3514723" y="450850"/>
                </a:cubicBezTo>
                <a:lnTo>
                  <a:pt x="63502" y="450850"/>
                </a:lnTo>
                <a:cubicBezTo>
                  <a:pt x="28431" y="450850"/>
                  <a:pt x="0" y="422419"/>
                  <a:pt x="0" y="3873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257084" y="3155652"/>
            <a:ext cx="3492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57084" y="3314305"/>
            <a:ext cx="350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Auto-alerts, prevent delays, cost accounting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0675" y="3742927"/>
            <a:ext cx="5721350" cy="1974850"/>
          </a:xfrm>
          <a:custGeom>
            <a:avLst/>
            <a:gdLst/>
            <a:ahLst/>
            <a:cxnLst/>
            <a:rect l="l" t="t" r="r" b="b"/>
            <a:pathLst>
              <a:path w="5721350" h="1974850">
                <a:moveTo>
                  <a:pt x="95247" y="0"/>
                </a:moveTo>
                <a:lnTo>
                  <a:pt x="5626103" y="0"/>
                </a:lnTo>
                <a:cubicBezTo>
                  <a:pt x="5678706" y="0"/>
                  <a:pt x="5721350" y="42644"/>
                  <a:pt x="5721350" y="95247"/>
                </a:cubicBezTo>
                <a:lnTo>
                  <a:pt x="5721350" y="1879603"/>
                </a:lnTo>
                <a:cubicBezTo>
                  <a:pt x="5721350" y="1932206"/>
                  <a:pt x="5678706" y="1974850"/>
                  <a:pt x="5626103" y="1974850"/>
                </a:cubicBezTo>
                <a:lnTo>
                  <a:pt x="95247" y="1974850"/>
                </a:lnTo>
                <a:cubicBezTo>
                  <a:pt x="42644" y="1974850"/>
                  <a:pt x="0" y="1932206"/>
                  <a:pt x="0" y="18796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19100" y="384135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492522" y="391279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9040" y="7879"/>
                </a:moveTo>
                <a:cubicBezTo>
                  <a:pt x="31406" y="9528"/>
                  <a:pt x="31970" y="12784"/>
                  <a:pt x="30321" y="15128"/>
                </a:cubicBezTo>
                <a:lnTo>
                  <a:pt x="18166" y="32491"/>
                </a:lnTo>
                <a:cubicBezTo>
                  <a:pt x="17276" y="33750"/>
                  <a:pt x="15887" y="34553"/>
                  <a:pt x="14346" y="34683"/>
                </a:cubicBezTo>
                <a:cubicBezTo>
                  <a:pt x="12805" y="34813"/>
                  <a:pt x="11286" y="34292"/>
                  <a:pt x="10201" y="33207"/>
                </a:cubicBezTo>
                <a:lnTo>
                  <a:pt x="1519" y="24526"/>
                </a:lnTo>
                <a:cubicBezTo>
                  <a:pt x="-499" y="22485"/>
                  <a:pt x="-499" y="19186"/>
                  <a:pt x="1519" y="17146"/>
                </a:cubicBezTo>
                <a:cubicBezTo>
                  <a:pt x="3538" y="15106"/>
                  <a:pt x="6858" y="15128"/>
                  <a:pt x="8899" y="17146"/>
                </a:cubicBezTo>
                <a:lnTo>
                  <a:pt x="13196" y="21444"/>
                </a:lnTo>
                <a:lnTo>
                  <a:pt x="21791" y="9159"/>
                </a:lnTo>
                <a:cubicBezTo>
                  <a:pt x="23440" y="6793"/>
                  <a:pt x="26696" y="6229"/>
                  <a:pt x="29040" y="7879"/>
                </a:cubicBezTo>
                <a:close/>
                <a:moveTo>
                  <a:pt x="29040" y="42605"/>
                </a:moveTo>
                <a:cubicBezTo>
                  <a:pt x="31406" y="44255"/>
                  <a:pt x="31970" y="47510"/>
                  <a:pt x="30321" y="49854"/>
                </a:cubicBezTo>
                <a:lnTo>
                  <a:pt x="18166" y="67218"/>
                </a:lnTo>
                <a:cubicBezTo>
                  <a:pt x="17276" y="68476"/>
                  <a:pt x="15887" y="69279"/>
                  <a:pt x="14346" y="69410"/>
                </a:cubicBezTo>
                <a:cubicBezTo>
                  <a:pt x="12805" y="69540"/>
                  <a:pt x="11286" y="69019"/>
                  <a:pt x="10201" y="67934"/>
                </a:cubicBezTo>
                <a:lnTo>
                  <a:pt x="1519" y="59252"/>
                </a:lnTo>
                <a:cubicBezTo>
                  <a:pt x="-521" y="57212"/>
                  <a:pt x="-521" y="53913"/>
                  <a:pt x="1519" y="51895"/>
                </a:cubicBezTo>
                <a:cubicBezTo>
                  <a:pt x="3559" y="49876"/>
                  <a:pt x="6858" y="49854"/>
                  <a:pt x="8877" y="51895"/>
                </a:cubicBezTo>
                <a:lnTo>
                  <a:pt x="13174" y="56192"/>
                </a:lnTo>
                <a:lnTo>
                  <a:pt x="21769" y="43907"/>
                </a:lnTo>
                <a:cubicBezTo>
                  <a:pt x="23419" y="41542"/>
                  <a:pt x="26674" y="40977"/>
                  <a:pt x="29018" y="42627"/>
                </a:cubicBezTo>
                <a:close/>
                <a:moveTo>
                  <a:pt x="48617" y="20836"/>
                </a:moveTo>
                <a:cubicBezTo>
                  <a:pt x="48617" y="16994"/>
                  <a:pt x="51721" y="13891"/>
                  <a:pt x="55563" y="13891"/>
                </a:cubicBezTo>
                <a:lnTo>
                  <a:pt x="104180" y="13891"/>
                </a:lnTo>
                <a:cubicBezTo>
                  <a:pt x="108021" y="13891"/>
                  <a:pt x="111125" y="16994"/>
                  <a:pt x="111125" y="20836"/>
                </a:cubicBezTo>
                <a:cubicBezTo>
                  <a:pt x="111125" y="24678"/>
                  <a:pt x="108021" y="27781"/>
                  <a:pt x="104180" y="27781"/>
                </a:cubicBezTo>
                <a:lnTo>
                  <a:pt x="55563" y="27781"/>
                </a:lnTo>
                <a:cubicBezTo>
                  <a:pt x="51721" y="27781"/>
                  <a:pt x="48617" y="24678"/>
                  <a:pt x="48617" y="20836"/>
                </a:cubicBezTo>
                <a:close/>
                <a:moveTo>
                  <a:pt x="48617" y="55563"/>
                </a:moveTo>
                <a:cubicBezTo>
                  <a:pt x="48617" y="51721"/>
                  <a:pt x="51721" y="48617"/>
                  <a:pt x="55563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55563" y="62508"/>
                </a:lnTo>
                <a:cubicBezTo>
                  <a:pt x="51721" y="62508"/>
                  <a:pt x="48617" y="59404"/>
                  <a:pt x="48617" y="55563"/>
                </a:cubicBezTo>
                <a:close/>
                <a:moveTo>
                  <a:pt x="34727" y="90289"/>
                </a:moveTo>
                <a:cubicBezTo>
                  <a:pt x="34727" y="86447"/>
                  <a:pt x="37830" y="83344"/>
                  <a:pt x="41672" y="83344"/>
                </a:cubicBezTo>
                <a:lnTo>
                  <a:pt x="104180" y="83344"/>
                </a:lnTo>
                <a:cubicBezTo>
                  <a:pt x="108021" y="83344"/>
                  <a:pt x="111125" y="86447"/>
                  <a:pt x="111125" y="90289"/>
                </a:cubicBezTo>
                <a:cubicBezTo>
                  <a:pt x="111125" y="94131"/>
                  <a:pt x="108021" y="97234"/>
                  <a:pt x="104180" y="97234"/>
                </a:cubicBezTo>
                <a:lnTo>
                  <a:pt x="41672" y="97234"/>
                </a:lnTo>
                <a:cubicBezTo>
                  <a:pt x="37830" y="97234"/>
                  <a:pt x="34727" y="94131"/>
                  <a:pt x="34727" y="90289"/>
                </a:cubicBezTo>
                <a:close/>
                <a:moveTo>
                  <a:pt x="13891" y="81607"/>
                </a:moveTo>
                <a:cubicBezTo>
                  <a:pt x="18682" y="81607"/>
                  <a:pt x="22572" y="85498"/>
                  <a:pt x="22572" y="90289"/>
                </a:cubicBezTo>
                <a:cubicBezTo>
                  <a:pt x="22572" y="95081"/>
                  <a:pt x="18682" y="98971"/>
                  <a:pt x="13891" y="98971"/>
                </a:cubicBezTo>
                <a:cubicBezTo>
                  <a:pt x="9099" y="98971"/>
                  <a:pt x="5209" y="95081"/>
                  <a:pt x="5209" y="90289"/>
                </a:cubicBezTo>
                <a:cubicBezTo>
                  <a:pt x="5209" y="85498"/>
                  <a:pt x="9099" y="81607"/>
                  <a:pt x="13891" y="81607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36600" y="3873105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Data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19100" y="4158855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63501" y="0"/>
                </a:moveTo>
                <a:lnTo>
                  <a:pt x="2666999" y="0"/>
                </a:lnTo>
                <a:cubicBezTo>
                  <a:pt x="2702070" y="0"/>
                  <a:pt x="2730500" y="28430"/>
                  <a:pt x="2730500" y="63501"/>
                </a:cubicBezTo>
                <a:lnTo>
                  <a:pt x="2730500" y="380999"/>
                </a:lnTo>
                <a:cubicBezTo>
                  <a:pt x="2730500" y="416070"/>
                  <a:pt x="2702070" y="444500"/>
                  <a:pt x="2666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82600" y="4222355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ACTIONS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82600" y="4381004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changed HVAC, when, why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214688" y="4158855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63501" y="0"/>
                </a:moveTo>
                <a:lnTo>
                  <a:pt x="2666999" y="0"/>
                </a:lnTo>
                <a:cubicBezTo>
                  <a:pt x="2702070" y="0"/>
                  <a:pt x="2730500" y="28430"/>
                  <a:pt x="2730500" y="63501"/>
                </a:cubicBezTo>
                <a:lnTo>
                  <a:pt x="2730500" y="380999"/>
                </a:lnTo>
                <a:cubicBezTo>
                  <a:pt x="2730500" y="416070"/>
                  <a:pt x="2702070" y="444500"/>
                  <a:pt x="2666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278188" y="4222355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EQUIPMENT LOGS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278188" y="4381004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HVAC runtime (maintenance)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19100" y="4666754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63501" y="0"/>
                </a:moveTo>
                <a:lnTo>
                  <a:pt x="2666999" y="0"/>
                </a:lnTo>
                <a:cubicBezTo>
                  <a:pt x="2702070" y="0"/>
                  <a:pt x="2730500" y="28430"/>
                  <a:pt x="2730500" y="63501"/>
                </a:cubicBezTo>
                <a:lnTo>
                  <a:pt x="2730500" y="380999"/>
                </a:lnTo>
                <a:cubicBezTo>
                  <a:pt x="2730500" y="416070"/>
                  <a:pt x="2702070" y="444500"/>
                  <a:pt x="2666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82600" y="4730254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MANAGEMENT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82600" y="4888907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checklists completed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214688" y="4666754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63501" y="0"/>
                </a:moveTo>
                <a:lnTo>
                  <a:pt x="2666999" y="0"/>
                </a:lnTo>
                <a:cubicBezTo>
                  <a:pt x="2702070" y="0"/>
                  <a:pt x="2730500" y="28430"/>
                  <a:pt x="2730500" y="63501"/>
                </a:cubicBezTo>
                <a:lnTo>
                  <a:pt x="2730500" y="380999"/>
                </a:lnTo>
                <a:cubicBezTo>
                  <a:pt x="2730500" y="416070"/>
                  <a:pt x="2702070" y="444500"/>
                  <a:pt x="2666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278188" y="4730254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ALERTS HISTORY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3278188" y="4888907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Acknowledgment &amp; resolution time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46800" y="3742927"/>
            <a:ext cx="5721350" cy="1974850"/>
          </a:xfrm>
          <a:custGeom>
            <a:avLst/>
            <a:gdLst/>
            <a:ahLst/>
            <a:cxnLst/>
            <a:rect l="l" t="t" r="r" b="b"/>
            <a:pathLst>
              <a:path w="5721350" h="1974850">
                <a:moveTo>
                  <a:pt x="95247" y="0"/>
                </a:moveTo>
                <a:lnTo>
                  <a:pt x="5626103" y="0"/>
                </a:lnTo>
                <a:cubicBezTo>
                  <a:pt x="5678706" y="0"/>
                  <a:pt x="5721350" y="42644"/>
                  <a:pt x="5721350" y="95247"/>
                </a:cubicBezTo>
                <a:lnTo>
                  <a:pt x="5721350" y="1879603"/>
                </a:lnTo>
                <a:cubicBezTo>
                  <a:pt x="5721350" y="1932206"/>
                  <a:pt x="5678706" y="1974850"/>
                  <a:pt x="5626103" y="1974850"/>
                </a:cubicBezTo>
                <a:lnTo>
                  <a:pt x="95247" y="1974850"/>
                </a:lnTo>
                <a:cubicBezTo>
                  <a:pt x="42644" y="1974850"/>
                  <a:pt x="0" y="1932206"/>
                  <a:pt x="0" y="18796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6245225" y="384135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6325592" y="3912792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0" y="13891"/>
                </a:moveTo>
                <a:cubicBezTo>
                  <a:pt x="0" y="10049"/>
                  <a:pt x="3104" y="6945"/>
                  <a:pt x="6945" y="6945"/>
                </a:cubicBezTo>
                <a:lnTo>
                  <a:pt x="24309" y="6945"/>
                </a:lnTo>
                <a:cubicBezTo>
                  <a:pt x="41563" y="6945"/>
                  <a:pt x="55563" y="20944"/>
                  <a:pt x="55563" y="38199"/>
                </a:cubicBezTo>
                <a:cubicBezTo>
                  <a:pt x="55563" y="49985"/>
                  <a:pt x="49051" y="60229"/>
                  <a:pt x="39415" y="65568"/>
                </a:cubicBezTo>
                <a:lnTo>
                  <a:pt x="48313" y="95238"/>
                </a:lnTo>
                <a:cubicBezTo>
                  <a:pt x="49420" y="98906"/>
                  <a:pt x="47337" y="102791"/>
                  <a:pt x="43647" y="103876"/>
                </a:cubicBezTo>
                <a:cubicBezTo>
                  <a:pt x="39957" y="104961"/>
                  <a:pt x="36094" y="102899"/>
                  <a:pt x="35009" y="99209"/>
                </a:cubicBezTo>
                <a:lnTo>
                  <a:pt x="26067" y="69410"/>
                </a:lnTo>
                <a:cubicBezTo>
                  <a:pt x="25481" y="69431"/>
                  <a:pt x="24895" y="69453"/>
                  <a:pt x="24309" y="69453"/>
                </a:cubicBezTo>
                <a:lnTo>
                  <a:pt x="13891" y="69453"/>
                </a:lnTo>
                <a:lnTo>
                  <a:pt x="13891" y="97234"/>
                </a:lnTo>
                <a:cubicBezTo>
                  <a:pt x="13891" y="101076"/>
                  <a:pt x="10787" y="104180"/>
                  <a:pt x="6945" y="104180"/>
                </a:cubicBezTo>
                <a:cubicBezTo>
                  <a:pt x="3104" y="104180"/>
                  <a:pt x="0" y="101076"/>
                  <a:pt x="0" y="97234"/>
                </a:cubicBezTo>
                <a:lnTo>
                  <a:pt x="0" y="13891"/>
                </a:lnTo>
                <a:close/>
                <a:moveTo>
                  <a:pt x="13891" y="55563"/>
                </a:moveTo>
                <a:lnTo>
                  <a:pt x="24309" y="55563"/>
                </a:lnTo>
                <a:cubicBezTo>
                  <a:pt x="33902" y="55563"/>
                  <a:pt x="41672" y="47792"/>
                  <a:pt x="41672" y="38199"/>
                </a:cubicBezTo>
                <a:cubicBezTo>
                  <a:pt x="41672" y="28606"/>
                  <a:pt x="33902" y="20836"/>
                  <a:pt x="24309" y="20836"/>
                </a:cubicBezTo>
                <a:lnTo>
                  <a:pt x="13891" y="20836"/>
                </a:lnTo>
                <a:lnTo>
                  <a:pt x="13891" y="55563"/>
                </a:lnTo>
                <a:close/>
                <a:moveTo>
                  <a:pt x="75769" y="48617"/>
                </a:moveTo>
                <a:lnTo>
                  <a:pt x="83344" y="48617"/>
                </a:lnTo>
                <a:cubicBezTo>
                  <a:pt x="87185" y="48617"/>
                  <a:pt x="90289" y="51721"/>
                  <a:pt x="90289" y="55563"/>
                </a:cubicBezTo>
                <a:cubicBezTo>
                  <a:pt x="90289" y="59404"/>
                  <a:pt x="87185" y="62508"/>
                  <a:pt x="83344" y="62508"/>
                </a:cubicBezTo>
                <a:lnTo>
                  <a:pt x="75769" y="62508"/>
                </a:lnTo>
                <a:cubicBezTo>
                  <a:pt x="74206" y="62508"/>
                  <a:pt x="72926" y="63788"/>
                  <a:pt x="72926" y="65351"/>
                </a:cubicBezTo>
                <a:cubicBezTo>
                  <a:pt x="72926" y="66588"/>
                  <a:pt x="73729" y="67673"/>
                  <a:pt x="74901" y="68064"/>
                </a:cubicBezTo>
                <a:lnTo>
                  <a:pt x="85623" y="71515"/>
                </a:lnTo>
                <a:cubicBezTo>
                  <a:pt x="92546" y="73751"/>
                  <a:pt x="97234" y="80175"/>
                  <a:pt x="97234" y="87446"/>
                </a:cubicBezTo>
                <a:cubicBezTo>
                  <a:pt x="97234" y="96692"/>
                  <a:pt x="89746" y="104180"/>
                  <a:pt x="80501" y="104180"/>
                </a:cubicBezTo>
                <a:lnTo>
                  <a:pt x="69453" y="104180"/>
                </a:lnTo>
                <a:cubicBezTo>
                  <a:pt x="65611" y="104180"/>
                  <a:pt x="62508" y="101076"/>
                  <a:pt x="62508" y="97234"/>
                </a:cubicBezTo>
                <a:cubicBezTo>
                  <a:pt x="62508" y="93393"/>
                  <a:pt x="65611" y="90289"/>
                  <a:pt x="69453" y="90289"/>
                </a:cubicBezTo>
                <a:lnTo>
                  <a:pt x="80501" y="90289"/>
                </a:lnTo>
                <a:cubicBezTo>
                  <a:pt x="82063" y="90289"/>
                  <a:pt x="83344" y="89009"/>
                  <a:pt x="83344" y="87446"/>
                </a:cubicBezTo>
                <a:cubicBezTo>
                  <a:pt x="83344" y="86209"/>
                  <a:pt x="82541" y="85123"/>
                  <a:pt x="81369" y="84733"/>
                </a:cubicBezTo>
                <a:lnTo>
                  <a:pt x="70647" y="81282"/>
                </a:lnTo>
                <a:cubicBezTo>
                  <a:pt x="63723" y="79046"/>
                  <a:pt x="59035" y="72622"/>
                  <a:pt x="59035" y="65351"/>
                </a:cubicBezTo>
                <a:cubicBezTo>
                  <a:pt x="59035" y="56105"/>
                  <a:pt x="66523" y="48617"/>
                  <a:pt x="75769" y="48617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6562725" y="3873105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Data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45225" y="4158855"/>
            <a:ext cx="5524500" cy="444500"/>
          </a:xfrm>
          <a:custGeom>
            <a:avLst/>
            <a:gdLst/>
            <a:ahLst/>
            <a:cxnLst/>
            <a:rect l="l" t="t" r="r" b="b"/>
            <a:pathLst>
              <a:path w="5524500" h="444500">
                <a:moveTo>
                  <a:pt x="63501" y="0"/>
                </a:moveTo>
                <a:lnTo>
                  <a:pt x="5460999" y="0"/>
                </a:lnTo>
                <a:cubicBezTo>
                  <a:pt x="5496070" y="0"/>
                  <a:pt x="5524500" y="28430"/>
                  <a:pt x="5524500" y="63501"/>
                </a:cubicBezTo>
                <a:lnTo>
                  <a:pt x="5524500" y="380999"/>
                </a:lnTo>
                <a:cubicBezTo>
                  <a:pt x="5524500" y="416070"/>
                  <a:pt x="5496070" y="444500"/>
                  <a:pt x="546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6308725" y="4222355"/>
            <a:ext cx="5445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EXPENSES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08725" y="4381004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materials, labor, utilities, maintenance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245225" y="4666754"/>
            <a:ext cx="5524500" cy="444500"/>
          </a:xfrm>
          <a:custGeom>
            <a:avLst/>
            <a:gdLst/>
            <a:ahLst/>
            <a:cxnLst/>
            <a:rect l="l" t="t" r="r" b="b"/>
            <a:pathLst>
              <a:path w="5524500" h="444500">
                <a:moveTo>
                  <a:pt x="63501" y="0"/>
                </a:moveTo>
                <a:lnTo>
                  <a:pt x="5460999" y="0"/>
                </a:lnTo>
                <a:cubicBezTo>
                  <a:pt x="5496070" y="0"/>
                  <a:pt x="5524500" y="28430"/>
                  <a:pt x="5524500" y="63501"/>
                </a:cubicBezTo>
                <a:lnTo>
                  <a:pt x="5524500" y="380999"/>
                </a:lnTo>
                <a:cubicBezTo>
                  <a:pt x="5524500" y="416070"/>
                  <a:pt x="5496070" y="444500"/>
                  <a:pt x="546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6308725" y="4730254"/>
            <a:ext cx="5445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308725" y="4888907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Sales by customer, payment status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245225" y="5174657"/>
            <a:ext cx="5524500" cy="444500"/>
          </a:xfrm>
          <a:custGeom>
            <a:avLst/>
            <a:gdLst/>
            <a:ahLst/>
            <a:cxnLst/>
            <a:rect l="l" t="t" r="r" b="b"/>
            <a:pathLst>
              <a:path w="5524500" h="444500">
                <a:moveTo>
                  <a:pt x="63501" y="0"/>
                </a:moveTo>
                <a:lnTo>
                  <a:pt x="5460999" y="0"/>
                </a:lnTo>
                <a:cubicBezTo>
                  <a:pt x="5496070" y="0"/>
                  <a:pt x="5524500" y="28430"/>
                  <a:pt x="5524500" y="63501"/>
                </a:cubicBezTo>
                <a:lnTo>
                  <a:pt x="5524500" y="380999"/>
                </a:lnTo>
                <a:cubicBezTo>
                  <a:pt x="5524500" y="416070"/>
                  <a:pt x="5496070" y="444500"/>
                  <a:pt x="546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6308725" y="5238157"/>
            <a:ext cx="5445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PROFITABILITY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308725" y="5396806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P&amp;L per room, per batch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320675" y="5819080"/>
            <a:ext cx="11547475" cy="863600"/>
          </a:xfrm>
          <a:custGeom>
            <a:avLst/>
            <a:gdLst/>
            <a:ahLst/>
            <a:cxnLst/>
            <a:rect l="l" t="t" r="r" b="b"/>
            <a:pathLst>
              <a:path w="11547475" h="863600">
                <a:moveTo>
                  <a:pt x="95246" y="0"/>
                </a:moveTo>
                <a:lnTo>
                  <a:pt x="11452229" y="0"/>
                </a:lnTo>
                <a:cubicBezTo>
                  <a:pt x="11504832" y="0"/>
                  <a:pt x="11547475" y="42643"/>
                  <a:pt x="11547475" y="95246"/>
                </a:cubicBezTo>
                <a:lnTo>
                  <a:pt x="11547475" y="768354"/>
                </a:lnTo>
                <a:cubicBezTo>
                  <a:pt x="11547475" y="820957"/>
                  <a:pt x="11504832" y="863600"/>
                  <a:pt x="11452229" y="863600"/>
                </a:cubicBezTo>
                <a:lnTo>
                  <a:pt x="95246" y="863600"/>
                </a:lnTo>
                <a:cubicBezTo>
                  <a:pt x="42643" y="863600"/>
                  <a:pt x="0" y="820957"/>
                  <a:pt x="0" y="768354"/>
                </a:cubicBezTo>
                <a:lnTo>
                  <a:pt x="0" y="95246"/>
                </a:lnTo>
                <a:cubicBezTo>
                  <a:pt x="0" y="42679"/>
                  <a:pt x="42679" y="0"/>
                  <a:pt x="95246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391319" y="591750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Tiered Storage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391319" y="610800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 (Redis): 48hrs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391319" y="626675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Warm (PG): 6mo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391319" y="642550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 (S3): Forever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3261519" y="591750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Storage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3249612" y="6108007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~50 GB/year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3265487" y="6330257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farm (compressed)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131719" y="591750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Readings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6119813" y="6108007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1M/month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6135688" y="6330257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25-room farm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9001919" y="591750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ROI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8990012" y="6108007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₹1.53L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9005887" y="6330257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profit in 45 days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6797" y="468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40267" y="0"/>
                </a:moveTo>
                <a:lnTo>
                  <a:pt x="102775" y="0"/>
                </a:lnTo>
                <a:cubicBezTo>
                  <a:pt x="110170" y="0"/>
                  <a:pt x="116198" y="6083"/>
                  <a:pt x="115919" y="13450"/>
                </a:cubicBezTo>
                <a:cubicBezTo>
                  <a:pt x="115863" y="14929"/>
                  <a:pt x="115807" y="16408"/>
                  <a:pt x="115723" y="17859"/>
                </a:cubicBezTo>
                <a:lnTo>
                  <a:pt x="129564" y="17859"/>
                </a:lnTo>
                <a:cubicBezTo>
                  <a:pt x="136847" y="17859"/>
                  <a:pt x="143266" y="23887"/>
                  <a:pt x="142708" y="31756"/>
                </a:cubicBezTo>
                <a:cubicBezTo>
                  <a:pt x="140615" y="60694"/>
                  <a:pt x="125825" y="76600"/>
                  <a:pt x="109779" y="84916"/>
                </a:cubicBezTo>
                <a:cubicBezTo>
                  <a:pt x="105370" y="87204"/>
                  <a:pt x="100878" y="88906"/>
                  <a:pt x="96608" y="90162"/>
                </a:cubicBezTo>
                <a:cubicBezTo>
                  <a:pt x="90971" y="98143"/>
                  <a:pt x="85111" y="102357"/>
                  <a:pt x="80451" y="104617"/>
                </a:cubicBezTo>
                <a:lnTo>
                  <a:pt x="80451" y="125016"/>
                </a:lnTo>
                <a:lnTo>
                  <a:pt x="98310" y="125016"/>
                </a:lnTo>
                <a:cubicBezTo>
                  <a:pt x="103250" y="125016"/>
                  <a:pt x="107240" y="129006"/>
                  <a:pt x="107240" y="133945"/>
                </a:cubicBezTo>
                <a:cubicBezTo>
                  <a:pt x="107240" y="138885"/>
                  <a:pt x="103250" y="142875"/>
                  <a:pt x="98310" y="142875"/>
                </a:cubicBezTo>
                <a:lnTo>
                  <a:pt x="44732" y="142875"/>
                </a:lnTo>
                <a:cubicBezTo>
                  <a:pt x="39793" y="142875"/>
                  <a:pt x="35802" y="138885"/>
                  <a:pt x="35802" y="133945"/>
                </a:cubicBezTo>
                <a:cubicBezTo>
                  <a:pt x="35802" y="129006"/>
                  <a:pt x="39793" y="125016"/>
                  <a:pt x="44732" y="125016"/>
                </a:cubicBezTo>
                <a:lnTo>
                  <a:pt x="62592" y="125016"/>
                </a:lnTo>
                <a:lnTo>
                  <a:pt x="62592" y="104617"/>
                </a:lnTo>
                <a:cubicBezTo>
                  <a:pt x="58127" y="102468"/>
                  <a:pt x="52574" y="98478"/>
                  <a:pt x="47160" y="91139"/>
                </a:cubicBezTo>
                <a:cubicBezTo>
                  <a:pt x="42025" y="89799"/>
                  <a:pt x="36444" y="87762"/>
                  <a:pt x="31003" y="84693"/>
                </a:cubicBezTo>
                <a:cubicBezTo>
                  <a:pt x="15906" y="76237"/>
                  <a:pt x="2288" y="60303"/>
                  <a:pt x="335" y="31700"/>
                </a:cubicBezTo>
                <a:cubicBezTo>
                  <a:pt x="-195" y="23859"/>
                  <a:pt x="6195" y="17831"/>
                  <a:pt x="13478" y="17831"/>
                </a:cubicBezTo>
                <a:lnTo>
                  <a:pt x="27319" y="17831"/>
                </a:lnTo>
                <a:cubicBezTo>
                  <a:pt x="27236" y="16380"/>
                  <a:pt x="27180" y="14929"/>
                  <a:pt x="27124" y="13422"/>
                </a:cubicBezTo>
                <a:cubicBezTo>
                  <a:pt x="26845" y="6028"/>
                  <a:pt x="32872" y="-28"/>
                  <a:pt x="40267" y="-28"/>
                </a:cubicBezTo>
                <a:close/>
                <a:moveTo>
                  <a:pt x="28324" y="31254"/>
                </a:moveTo>
                <a:lnTo>
                  <a:pt x="13701" y="31254"/>
                </a:lnTo>
                <a:cubicBezTo>
                  <a:pt x="15432" y="54890"/>
                  <a:pt x="26287" y="66722"/>
                  <a:pt x="37477" y="73000"/>
                </a:cubicBezTo>
                <a:cubicBezTo>
                  <a:pt x="33458" y="62592"/>
                  <a:pt x="30138" y="49002"/>
                  <a:pt x="28324" y="31254"/>
                </a:cubicBezTo>
                <a:close/>
                <a:moveTo>
                  <a:pt x="106040" y="71661"/>
                </a:moveTo>
                <a:cubicBezTo>
                  <a:pt x="117342" y="65019"/>
                  <a:pt x="127555" y="53215"/>
                  <a:pt x="129285" y="31254"/>
                </a:cubicBezTo>
                <a:lnTo>
                  <a:pt x="114691" y="31254"/>
                </a:lnTo>
                <a:cubicBezTo>
                  <a:pt x="112961" y="48248"/>
                  <a:pt x="109835" y="61447"/>
                  <a:pt x="106040" y="71661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447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4540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How Farm Owners Win with Our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key benefits delivering measurable ROI with 3-6 month payback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5721350" cy="1673225"/>
          </a:xfrm>
          <a:custGeom>
            <a:avLst/>
            <a:gdLst/>
            <a:ahLst/>
            <a:cxnLst/>
            <a:rect l="l" t="t" r="r" b="b"/>
            <a:pathLst>
              <a:path w="5721350" h="1673225">
                <a:moveTo>
                  <a:pt x="95257" y="0"/>
                </a:moveTo>
                <a:lnTo>
                  <a:pt x="5626093" y="0"/>
                </a:lnTo>
                <a:cubicBezTo>
                  <a:pt x="5678702" y="0"/>
                  <a:pt x="5721350" y="42648"/>
                  <a:pt x="5721350" y="95257"/>
                </a:cubicBezTo>
                <a:lnTo>
                  <a:pt x="5721350" y="1577968"/>
                </a:lnTo>
                <a:cubicBezTo>
                  <a:pt x="5721350" y="1630577"/>
                  <a:pt x="5678702" y="1673225"/>
                  <a:pt x="5626093" y="1673225"/>
                </a:cubicBezTo>
                <a:lnTo>
                  <a:pt x="95257" y="1673225"/>
                </a:lnTo>
                <a:cubicBezTo>
                  <a:pt x="42648" y="1673225"/>
                  <a:pt x="0" y="1630577"/>
                  <a:pt x="0" y="1577968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264653">
                  <a:alpha val="30000"/>
                </a:srgbClr>
              </a:gs>
            </a:gsLst>
            <a:lin ang="270000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9100" y="126047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83381" y="1260477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1850" y="1244602"/>
            <a:ext cx="177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Contamination Loss Reduction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1850" y="1435102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Savings: ₹60K-1L/year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9100" y="165735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2600" y="1720852"/>
            <a:ext cx="36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27885" y="1720852"/>
            <a:ext cx="111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12-18% loss (₹1.2-1.8L)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9100" y="197485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2600" y="2038352"/>
            <a:ext cx="29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70028" y="2038352"/>
            <a:ext cx="127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&lt;7% loss (early detection)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2275" y="2295527"/>
            <a:ext cx="5522913" cy="419100"/>
          </a:xfrm>
          <a:custGeom>
            <a:avLst/>
            <a:gdLst/>
            <a:ahLst/>
            <a:cxnLst/>
            <a:rect l="l" t="t" r="r" b="b"/>
            <a:pathLst>
              <a:path w="5522913" h="419100">
                <a:moveTo>
                  <a:pt x="63502" y="0"/>
                </a:moveTo>
                <a:lnTo>
                  <a:pt x="5459410" y="0"/>
                </a:lnTo>
                <a:cubicBezTo>
                  <a:pt x="5494482" y="0"/>
                  <a:pt x="5522912" y="28431"/>
                  <a:pt x="5522912" y="63502"/>
                </a:cubicBezTo>
                <a:lnTo>
                  <a:pt x="5522913" y="355598"/>
                </a:lnTo>
                <a:cubicBezTo>
                  <a:pt x="5522912" y="390669"/>
                  <a:pt x="5494482" y="419100"/>
                  <a:pt x="5459410" y="419100"/>
                </a:cubicBezTo>
                <a:lnTo>
                  <a:pt x="63502" y="419100"/>
                </a:lnTo>
                <a:cubicBezTo>
                  <a:pt x="28431" y="419100"/>
                  <a:pt x="0" y="390669"/>
                  <a:pt x="0" y="3555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8950" y="2362201"/>
            <a:ext cx="5437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8950" y="2489100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alerts in 15 min (vs 4 hrs manual), cross-room tracking, pattern analysis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46800" y="1146175"/>
            <a:ext cx="5721350" cy="1673225"/>
          </a:xfrm>
          <a:custGeom>
            <a:avLst/>
            <a:gdLst/>
            <a:ahLst/>
            <a:cxnLst/>
            <a:rect l="l" t="t" r="r" b="b"/>
            <a:pathLst>
              <a:path w="5721350" h="1673225">
                <a:moveTo>
                  <a:pt x="95257" y="0"/>
                </a:moveTo>
                <a:lnTo>
                  <a:pt x="5626093" y="0"/>
                </a:lnTo>
                <a:cubicBezTo>
                  <a:pt x="5678702" y="0"/>
                  <a:pt x="5721350" y="42648"/>
                  <a:pt x="5721350" y="95257"/>
                </a:cubicBezTo>
                <a:lnTo>
                  <a:pt x="5721350" y="1577968"/>
                </a:lnTo>
                <a:cubicBezTo>
                  <a:pt x="5721350" y="1630577"/>
                  <a:pt x="5678702" y="1673225"/>
                  <a:pt x="5626093" y="1673225"/>
                </a:cubicBezTo>
                <a:lnTo>
                  <a:pt x="95257" y="1673225"/>
                </a:lnTo>
                <a:cubicBezTo>
                  <a:pt x="42648" y="1673225"/>
                  <a:pt x="0" y="1630577"/>
                  <a:pt x="0" y="1577968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264653">
                  <a:alpha val="30000"/>
                </a:srgbClr>
              </a:gs>
            </a:gsLst>
            <a:lin ang="270000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45225" y="126047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09506" y="1260477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57975" y="1244602"/>
            <a:ext cx="1293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Labor Cost Reduction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57975" y="1435102"/>
            <a:ext cx="128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Savings: ₹10K-12K/month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45225" y="165735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08725" y="1720852"/>
            <a:ext cx="36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458450" y="1720852"/>
            <a:ext cx="130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 hrs/day (₹15K/month)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45225" y="197485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08725" y="2038352"/>
            <a:ext cx="29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483850" y="2038352"/>
            <a:ext cx="127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&lt;30 min/day (automated)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48400" y="2295527"/>
            <a:ext cx="5522913" cy="419100"/>
          </a:xfrm>
          <a:custGeom>
            <a:avLst/>
            <a:gdLst/>
            <a:ahLst/>
            <a:cxnLst/>
            <a:rect l="l" t="t" r="r" b="b"/>
            <a:pathLst>
              <a:path w="5522913" h="419100">
                <a:moveTo>
                  <a:pt x="63502" y="0"/>
                </a:moveTo>
                <a:lnTo>
                  <a:pt x="5459410" y="0"/>
                </a:lnTo>
                <a:cubicBezTo>
                  <a:pt x="5494482" y="0"/>
                  <a:pt x="5522912" y="28431"/>
                  <a:pt x="5522912" y="63502"/>
                </a:cubicBezTo>
                <a:lnTo>
                  <a:pt x="5522913" y="355598"/>
                </a:lnTo>
                <a:cubicBezTo>
                  <a:pt x="5522912" y="390669"/>
                  <a:pt x="5494482" y="419100"/>
                  <a:pt x="5459410" y="419100"/>
                </a:cubicBezTo>
                <a:lnTo>
                  <a:pt x="63502" y="419100"/>
                </a:lnTo>
                <a:cubicBezTo>
                  <a:pt x="28431" y="419100"/>
                  <a:pt x="0" y="390669"/>
                  <a:pt x="0" y="3555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15075" y="2362201"/>
            <a:ext cx="5437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15075" y="2489100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sensor logging, mobile task management, digital checklists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0675" y="2917726"/>
            <a:ext cx="5721350" cy="1673225"/>
          </a:xfrm>
          <a:custGeom>
            <a:avLst/>
            <a:gdLst/>
            <a:ahLst/>
            <a:cxnLst/>
            <a:rect l="l" t="t" r="r" b="b"/>
            <a:pathLst>
              <a:path w="5721350" h="1673225">
                <a:moveTo>
                  <a:pt x="95257" y="0"/>
                </a:moveTo>
                <a:lnTo>
                  <a:pt x="5626093" y="0"/>
                </a:lnTo>
                <a:cubicBezTo>
                  <a:pt x="5678702" y="0"/>
                  <a:pt x="5721350" y="42648"/>
                  <a:pt x="5721350" y="95257"/>
                </a:cubicBezTo>
                <a:lnTo>
                  <a:pt x="5721350" y="1577968"/>
                </a:lnTo>
                <a:cubicBezTo>
                  <a:pt x="5721350" y="1630577"/>
                  <a:pt x="5678702" y="1673225"/>
                  <a:pt x="5626093" y="1673225"/>
                </a:cubicBezTo>
                <a:lnTo>
                  <a:pt x="95257" y="1673225"/>
                </a:lnTo>
                <a:cubicBezTo>
                  <a:pt x="42648" y="1673225"/>
                  <a:pt x="0" y="1630577"/>
                  <a:pt x="0" y="1577968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264653">
                  <a:alpha val="30000"/>
                </a:srgbClr>
              </a:gs>
            </a:gsLst>
            <a:lin ang="270000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19100" y="303202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83381" y="3032028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1850" y="3016153"/>
            <a:ext cx="134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Optimization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1850" y="3206653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Revenue: +₹15K-25K/cycle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19100" y="342890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82600" y="3492403"/>
            <a:ext cx="36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873228" y="3492403"/>
            <a:ext cx="106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 yield (2,000 kg)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19100" y="374640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82600" y="3809903"/>
            <a:ext cx="29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83807" y="3809903"/>
            <a:ext cx="135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23-25% yield (data-driven)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2275" y="4067078"/>
            <a:ext cx="5522913" cy="419100"/>
          </a:xfrm>
          <a:custGeom>
            <a:avLst/>
            <a:gdLst/>
            <a:ahLst/>
            <a:cxnLst/>
            <a:rect l="l" t="t" r="r" b="b"/>
            <a:pathLst>
              <a:path w="5522913" h="419100">
                <a:moveTo>
                  <a:pt x="63502" y="0"/>
                </a:moveTo>
                <a:lnTo>
                  <a:pt x="5459410" y="0"/>
                </a:lnTo>
                <a:cubicBezTo>
                  <a:pt x="5494482" y="0"/>
                  <a:pt x="5522912" y="28431"/>
                  <a:pt x="5522912" y="63502"/>
                </a:cubicBezTo>
                <a:lnTo>
                  <a:pt x="5522913" y="355598"/>
                </a:lnTo>
                <a:cubicBezTo>
                  <a:pt x="5522912" y="390669"/>
                  <a:pt x="5494482" y="419100"/>
                  <a:pt x="5459410" y="419100"/>
                </a:cubicBezTo>
                <a:lnTo>
                  <a:pt x="63502" y="419100"/>
                </a:lnTo>
                <a:cubicBezTo>
                  <a:pt x="28431" y="419100"/>
                  <a:pt x="0" y="390669"/>
                  <a:pt x="0" y="3555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88950" y="4133752"/>
            <a:ext cx="5437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88950" y="4260651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identifies optimal parameters, consistent control (±0.5°C vs ±2°C)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46800" y="2917726"/>
            <a:ext cx="5721350" cy="1673225"/>
          </a:xfrm>
          <a:custGeom>
            <a:avLst/>
            <a:gdLst/>
            <a:ahLst/>
            <a:cxnLst/>
            <a:rect l="l" t="t" r="r" b="b"/>
            <a:pathLst>
              <a:path w="5721350" h="1673225">
                <a:moveTo>
                  <a:pt x="95257" y="0"/>
                </a:moveTo>
                <a:lnTo>
                  <a:pt x="5626093" y="0"/>
                </a:lnTo>
                <a:cubicBezTo>
                  <a:pt x="5678702" y="0"/>
                  <a:pt x="5721350" y="42648"/>
                  <a:pt x="5721350" y="95257"/>
                </a:cubicBezTo>
                <a:lnTo>
                  <a:pt x="5721350" y="1577968"/>
                </a:lnTo>
                <a:cubicBezTo>
                  <a:pt x="5721350" y="1630577"/>
                  <a:pt x="5678702" y="1673225"/>
                  <a:pt x="5626093" y="1673225"/>
                </a:cubicBezTo>
                <a:lnTo>
                  <a:pt x="95257" y="1673225"/>
                </a:lnTo>
                <a:cubicBezTo>
                  <a:pt x="42648" y="1673225"/>
                  <a:pt x="0" y="1630577"/>
                  <a:pt x="0" y="1577968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264653">
                  <a:alpha val="30000"/>
                </a:srgbClr>
              </a:gs>
            </a:gsLst>
            <a:lin ang="270000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6245225" y="303202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209506" y="3032028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57975" y="3016153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Monitoring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57975" y="3206653"/>
            <a:ext cx="123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Saved: 3-4 hrs/day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45225" y="342890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308725" y="3492403"/>
            <a:ext cx="36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254655" y="3492403"/>
            <a:ext cx="150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presence 4-5 hrs/day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45225" y="374640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8725" y="3809903"/>
            <a:ext cx="29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992023" y="3809903"/>
            <a:ext cx="177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Smartphone monitoring (anywhere)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48400" y="4067078"/>
            <a:ext cx="5522913" cy="419100"/>
          </a:xfrm>
          <a:custGeom>
            <a:avLst/>
            <a:gdLst/>
            <a:ahLst/>
            <a:cxnLst/>
            <a:rect l="l" t="t" r="r" b="b"/>
            <a:pathLst>
              <a:path w="5522913" h="419100">
                <a:moveTo>
                  <a:pt x="63502" y="0"/>
                </a:moveTo>
                <a:lnTo>
                  <a:pt x="5459410" y="0"/>
                </a:lnTo>
                <a:cubicBezTo>
                  <a:pt x="5494482" y="0"/>
                  <a:pt x="5522912" y="28431"/>
                  <a:pt x="5522912" y="63502"/>
                </a:cubicBezTo>
                <a:lnTo>
                  <a:pt x="5522913" y="355598"/>
                </a:lnTo>
                <a:cubicBezTo>
                  <a:pt x="5522912" y="390669"/>
                  <a:pt x="5494482" y="419100"/>
                  <a:pt x="5459410" y="419100"/>
                </a:cubicBezTo>
                <a:lnTo>
                  <a:pt x="63502" y="419100"/>
                </a:lnTo>
                <a:cubicBezTo>
                  <a:pt x="28431" y="419100"/>
                  <a:pt x="0" y="390669"/>
                  <a:pt x="0" y="3555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315075" y="4133752"/>
            <a:ext cx="5437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15075" y="4260651"/>
            <a:ext cx="544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dashboard, instant SMS alerts, 5-min monthly reports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20675" y="4689277"/>
            <a:ext cx="5721350" cy="1498600"/>
          </a:xfrm>
          <a:custGeom>
            <a:avLst/>
            <a:gdLst/>
            <a:ahLst/>
            <a:cxnLst/>
            <a:rect l="l" t="t" r="r" b="b"/>
            <a:pathLst>
              <a:path w="5721350" h="1498600">
                <a:moveTo>
                  <a:pt x="95251" y="0"/>
                </a:moveTo>
                <a:lnTo>
                  <a:pt x="5626099" y="0"/>
                </a:lnTo>
                <a:cubicBezTo>
                  <a:pt x="5678705" y="0"/>
                  <a:pt x="5721350" y="42645"/>
                  <a:pt x="5721350" y="95251"/>
                </a:cubicBezTo>
                <a:lnTo>
                  <a:pt x="5721350" y="1403349"/>
                </a:lnTo>
                <a:cubicBezTo>
                  <a:pt x="5721350" y="1455955"/>
                  <a:pt x="5678705" y="1498600"/>
                  <a:pt x="5626099" y="1498600"/>
                </a:cubicBezTo>
                <a:lnTo>
                  <a:pt x="95251" y="1498600"/>
                </a:lnTo>
                <a:cubicBezTo>
                  <a:pt x="42645" y="1498600"/>
                  <a:pt x="0" y="1455955"/>
                  <a:pt x="0" y="1403349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100" y="478770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83381" y="4787704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31850" y="4851204"/>
            <a:ext cx="64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19100" y="5168704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63501" y="0"/>
                </a:moveTo>
                <a:lnTo>
                  <a:pt x="2666999" y="0"/>
                </a:lnTo>
                <a:cubicBezTo>
                  <a:pt x="2702070" y="0"/>
                  <a:pt x="2730500" y="28430"/>
                  <a:pt x="2730500" y="63501"/>
                </a:cubicBezTo>
                <a:lnTo>
                  <a:pt x="2730500" y="380999"/>
                </a:lnTo>
                <a:cubicBezTo>
                  <a:pt x="2730500" y="416070"/>
                  <a:pt x="2702070" y="444500"/>
                  <a:pt x="2666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58787" y="5232204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54819" y="5390853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manage &gt;20 rooms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214688" y="5168704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63501" y="0"/>
                </a:moveTo>
                <a:lnTo>
                  <a:pt x="2666999" y="0"/>
                </a:lnTo>
                <a:cubicBezTo>
                  <a:pt x="2702070" y="0"/>
                  <a:pt x="2730500" y="28430"/>
                  <a:pt x="2730500" y="63501"/>
                </a:cubicBezTo>
                <a:lnTo>
                  <a:pt x="2730500" y="380999"/>
                </a:lnTo>
                <a:cubicBezTo>
                  <a:pt x="2730500" y="416070"/>
                  <a:pt x="2702070" y="444500"/>
                  <a:pt x="2666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254375" y="5232204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3250406" y="5390853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50-100 rooms easily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391319" y="5676603"/>
            <a:ext cx="558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₹50L → ₹2Cr revenue without chaos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46800" y="4689277"/>
            <a:ext cx="5721350" cy="1498600"/>
          </a:xfrm>
          <a:custGeom>
            <a:avLst/>
            <a:gdLst/>
            <a:ahLst/>
            <a:cxnLst/>
            <a:rect l="l" t="t" r="r" b="b"/>
            <a:pathLst>
              <a:path w="5721350" h="1498600">
                <a:moveTo>
                  <a:pt x="95251" y="0"/>
                </a:moveTo>
                <a:lnTo>
                  <a:pt x="5626099" y="0"/>
                </a:lnTo>
                <a:cubicBezTo>
                  <a:pt x="5678705" y="0"/>
                  <a:pt x="5721350" y="42645"/>
                  <a:pt x="5721350" y="95251"/>
                </a:cubicBezTo>
                <a:lnTo>
                  <a:pt x="5721350" y="1403349"/>
                </a:lnTo>
                <a:cubicBezTo>
                  <a:pt x="5721350" y="1455955"/>
                  <a:pt x="5678705" y="1498600"/>
                  <a:pt x="5626099" y="1498600"/>
                </a:cubicBezTo>
                <a:lnTo>
                  <a:pt x="95251" y="1498600"/>
                </a:lnTo>
                <a:cubicBezTo>
                  <a:pt x="42645" y="1498600"/>
                  <a:pt x="0" y="1455955"/>
                  <a:pt x="0" y="1403349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6245225" y="478770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6209506" y="4787704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D1B1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657975" y="4851204"/>
            <a:ext cx="131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Decisions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245225" y="5168704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6308725" y="5232204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"Room R05 produces 15% more - replicate conditions"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245225" y="5486204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6308725" y="5549704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"Monday batches have 8% higher contamination - investigate"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245225" y="5803704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6308725" y="5867204"/>
            <a:ext cx="5453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"R12 electricity 22% higher - check HVAC efficiency"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320675" y="6289477"/>
            <a:ext cx="11547475" cy="609600"/>
          </a:xfrm>
          <a:custGeom>
            <a:avLst/>
            <a:gdLst/>
            <a:ahLst/>
            <a:cxnLst/>
            <a:rect l="l" t="t" r="r" b="b"/>
            <a:pathLst>
              <a:path w="11547475" h="609600">
                <a:moveTo>
                  <a:pt x="95250" y="0"/>
                </a:moveTo>
                <a:lnTo>
                  <a:pt x="11452225" y="0"/>
                </a:lnTo>
                <a:cubicBezTo>
                  <a:pt x="11504795" y="0"/>
                  <a:pt x="11547475" y="42680"/>
                  <a:pt x="11547475" y="95250"/>
                </a:cubicBezTo>
                <a:lnTo>
                  <a:pt x="11547475" y="514350"/>
                </a:lnTo>
                <a:cubicBezTo>
                  <a:pt x="11547475" y="566955"/>
                  <a:pt x="11504830" y="609600"/>
                  <a:pt x="11452225" y="609600"/>
                </a:cubicBezTo>
                <a:lnTo>
                  <a:pt x="95250" y="609600"/>
                </a:lnTo>
                <a:cubicBezTo>
                  <a:pt x="42645" y="609600"/>
                  <a:pt x="0" y="566955"/>
                  <a:pt x="0" y="514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391319" y="6387901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379412" y="6578401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₹50K-2L/year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3261519" y="6387901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Savings/Gains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3249612" y="6578401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₹2-3L/year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131719" y="6387901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Payback Period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119813" y="6578401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3-6 Months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9001919" y="6387901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3-Year NPV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8990012" y="6578401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₹6-8L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6797" y="468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49113" y="6697"/>
                </a:moveTo>
                <a:cubicBezTo>
                  <a:pt x="49113" y="2986"/>
                  <a:pt x="46127" y="0"/>
                  <a:pt x="42416" y="0"/>
                </a:cubicBezTo>
                <a:cubicBezTo>
                  <a:pt x="38705" y="0"/>
                  <a:pt x="35719" y="2986"/>
                  <a:pt x="35719" y="6697"/>
                </a:cubicBezTo>
                <a:lnTo>
                  <a:pt x="35719" y="17859"/>
                </a:lnTo>
                <a:cubicBezTo>
                  <a:pt x="25868" y="17859"/>
                  <a:pt x="17859" y="25868"/>
                  <a:pt x="17859" y="35719"/>
                </a:cubicBezTo>
                <a:lnTo>
                  <a:pt x="6697" y="35719"/>
                </a:lnTo>
                <a:cubicBezTo>
                  <a:pt x="2986" y="35719"/>
                  <a:pt x="0" y="38705"/>
                  <a:pt x="0" y="42416"/>
                </a:cubicBezTo>
                <a:cubicBezTo>
                  <a:pt x="0" y="46127"/>
                  <a:pt x="2986" y="49113"/>
                  <a:pt x="6697" y="49113"/>
                </a:cubicBezTo>
                <a:lnTo>
                  <a:pt x="17859" y="49113"/>
                </a:lnTo>
                <a:lnTo>
                  <a:pt x="17859" y="64740"/>
                </a:lnTo>
                <a:lnTo>
                  <a:pt x="6697" y="64740"/>
                </a:lnTo>
                <a:cubicBezTo>
                  <a:pt x="2986" y="64740"/>
                  <a:pt x="0" y="67726"/>
                  <a:pt x="0" y="71438"/>
                </a:cubicBezTo>
                <a:cubicBezTo>
                  <a:pt x="0" y="75149"/>
                  <a:pt x="2986" y="78135"/>
                  <a:pt x="6697" y="78135"/>
                </a:cubicBezTo>
                <a:lnTo>
                  <a:pt x="17859" y="78135"/>
                </a:lnTo>
                <a:lnTo>
                  <a:pt x="17859" y="93762"/>
                </a:lnTo>
                <a:lnTo>
                  <a:pt x="6697" y="93762"/>
                </a:lnTo>
                <a:cubicBezTo>
                  <a:pt x="2986" y="93762"/>
                  <a:pt x="0" y="96748"/>
                  <a:pt x="0" y="100459"/>
                </a:cubicBezTo>
                <a:cubicBezTo>
                  <a:pt x="0" y="104170"/>
                  <a:pt x="2986" y="107156"/>
                  <a:pt x="6697" y="107156"/>
                </a:cubicBezTo>
                <a:lnTo>
                  <a:pt x="17859" y="107156"/>
                </a:lnTo>
                <a:cubicBezTo>
                  <a:pt x="17859" y="117007"/>
                  <a:pt x="25868" y="125016"/>
                  <a:pt x="35719" y="125016"/>
                </a:cubicBezTo>
                <a:lnTo>
                  <a:pt x="35719" y="136178"/>
                </a:lnTo>
                <a:cubicBezTo>
                  <a:pt x="35719" y="139889"/>
                  <a:pt x="38705" y="142875"/>
                  <a:pt x="42416" y="142875"/>
                </a:cubicBezTo>
                <a:cubicBezTo>
                  <a:pt x="46127" y="142875"/>
                  <a:pt x="49113" y="139889"/>
                  <a:pt x="49113" y="136178"/>
                </a:cubicBezTo>
                <a:lnTo>
                  <a:pt x="49113" y="125016"/>
                </a:lnTo>
                <a:lnTo>
                  <a:pt x="64740" y="125016"/>
                </a:lnTo>
                <a:lnTo>
                  <a:pt x="64740" y="136178"/>
                </a:lnTo>
                <a:cubicBezTo>
                  <a:pt x="64740" y="139889"/>
                  <a:pt x="67726" y="142875"/>
                  <a:pt x="71438" y="142875"/>
                </a:cubicBezTo>
                <a:cubicBezTo>
                  <a:pt x="75149" y="142875"/>
                  <a:pt x="78135" y="139889"/>
                  <a:pt x="78135" y="136178"/>
                </a:cubicBezTo>
                <a:lnTo>
                  <a:pt x="78135" y="125016"/>
                </a:lnTo>
                <a:lnTo>
                  <a:pt x="93762" y="125016"/>
                </a:lnTo>
                <a:lnTo>
                  <a:pt x="93762" y="136178"/>
                </a:lnTo>
                <a:cubicBezTo>
                  <a:pt x="93762" y="139889"/>
                  <a:pt x="96748" y="142875"/>
                  <a:pt x="100459" y="142875"/>
                </a:cubicBezTo>
                <a:cubicBezTo>
                  <a:pt x="104170" y="142875"/>
                  <a:pt x="107156" y="139889"/>
                  <a:pt x="107156" y="136178"/>
                </a:cubicBezTo>
                <a:lnTo>
                  <a:pt x="107156" y="125016"/>
                </a:lnTo>
                <a:cubicBezTo>
                  <a:pt x="117007" y="125016"/>
                  <a:pt x="125016" y="117007"/>
                  <a:pt x="125016" y="107156"/>
                </a:cubicBezTo>
                <a:lnTo>
                  <a:pt x="136178" y="107156"/>
                </a:lnTo>
                <a:cubicBezTo>
                  <a:pt x="139889" y="107156"/>
                  <a:pt x="142875" y="104170"/>
                  <a:pt x="142875" y="100459"/>
                </a:cubicBezTo>
                <a:cubicBezTo>
                  <a:pt x="142875" y="96748"/>
                  <a:pt x="139889" y="93762"/>
                  <a:pt x="136178" y="93762"/>
                </a:cubicBezTo>
                <a:lnTo>
                  <a:pt x="125016" y="93762"/>
                </a:lnTo>
                <a:lnTo>
                  <a:pt x="125016" y="78135"/>
                </a:lnTo>
                <a:lnTo>
                  <a:pt x="136178" y="78135"/>
                </a:lnTo>
                <a:cubicBezTo>
                  <a:pt x="139889" y="78135"/>
                  <a:pt x="142875" y="75149"/>
                  <a:pt x="142875" y="71438"/>
                </a:cubicBezTo>
                <a:cubicBezTo>
                  <a:pt x="142875" y="67726"/>
                  <a:pt x="139889" y="64740"/>
                  <a:pt x="136178" y="64740"/>
                </a:cubicBezTo>
                <a:lnTo>
                  <a:pt x="125016" y="64740"/>
                </a:lnTo>
                <a:lnTo>
                  <a:pt x="125016" y="49113"/>
                </a:lnTo>
                <a:lnTo>
                  <a:pt x="136178" y="49113"/>
                </a:lnTo>
                <a:cubicBezTo>
                  <a:pt x="139889" y="49113"/>
                  <a:pt x="142875" y="46127"/>
                  <a:pt x="142875" y="42416"/>
                </a:cubicBezTo>
                <a:cubicBezTo>
                  <a:pt x="142875" y="38705"/>
                  <a:pt x="139889" y="35719"/>
                  <a:pt x="136178" y="35719"/>
                </a:cubicBezTo>
                <a:lnTo>
                  <a:pt x="125016" y="35719"/>
                </a:lnTo>
                <a:cubicBezTo>
                  <a:pt x="125016" y="25868"/>
                  <a:pt x="117007" y="17859"/>
                  <a:pt x="107156" y="17859"/>
                </a:cubicBezTo>
                <a:lnTo>
                  <a:pt x="107156" y="6697"/>
                </a:lnTo>
                <a:cubicBezTo>
                  <a:pt x="107156" y="2986"/>
                  <a:pt x="104170" y="0"/>
                  <a:pt x="100459" y="0"/>
                </a:cubicBezTo>
                <a:cubicBezTo>
                  <a:pt x="96748" y="0"/>
                  <a:pt x="93762" y="2986"/>
                  <a:pt x="93762" y="6697"/>
                </a:cubicBezTo>
                <a:lnTo>
                  <a:pt x="93762" y="17859"/>
                </a:lnTo>
                <a:lnTo>
                  <a:pt x="78135" y="17859"/>
                </a:lnTo>
                <a:lnTo>
                  <a:pt x="78135" y="6697"/>
                </a:lnTo>
                <a:cubicBezTo>
                  <a:pt x="78135" y="2986"/>
                  <a:pt x="75149" y="0"/>
                  <a:pt x="71438" y="0"/>
                </a:cubicBezTo>
                <a:cubicBezTo>
                  <a:pt x="67726" y="0"/>
                  <a:pt x="64740" y="2986"/>
                  <a:pt x="64740" y="6697"/>
                </a:cubicBezTo>
                <a:lnTo>
                  <a:pt x="64740" y="17859"/>
                </a:lnTo>
                <a:lnTo>
                  <a:pt x="49113" y="17859"/>
                </a:lnTo>
                <a:lnTo>
                  <a:pt x="49113" y="6697"/>
                </a:lnTo>
                <a:close/>
                <a:moveTo>
                  <a:pt x="44648" y="35719"/>
                </a:moveTo>
                <a:lnTo>
                  <a:pt x="98227" y="35719"/>
                </a:lnTo>
                <a:cubicBezTo>
                  <a:pt x="103166" y="35719"/>
                  <a:pt x="107156" y="39709"/>
                  <a:pt x="107156" y="44648"/>
                </a:cubicBezTo>
                <a:lnTo>
                  <a:pt x="107156" y="98227"/>
                </a:lnTo>
                <a:cubicBezTo>
                  <a:pt x="107156" y="103166"/>
                  <a:pt x="103166" y="107156"/>
                  <a:pt x="98227" y="107156"/>
                </a:cubicBezTo>
                <a:lnTo>
                  <a:pt x="44648" y="107156"/>
                </a:lnTo>
                <a:cubicBezTo>
                  <a:pt x="39709" y="107156"/>
                  <a:pt x="35719" y="103166"/>
                  <a:pt x="35719" y="98227"/>
                </a:cubicBezTo>
                <a:lnTo>
                  <a:pt x="35719" y="44648"/>
                </a:lnTo>
                <a:cubicBezTo>
                  <a:pt x="35719" y="39709"/>
                  <a:pt x="39709" y="35719"/>
                  <a:pt x="44648" y="35719"/>
                </a:cubicBezTo>
                <a:close/>
                <a:moveTo>
                  <a:pt x="49113" y="49113"/>
                </a:moveTo>
                <a:lnTo>
                  <a:pt x="49113" y="93762"/>
                </a:lnTo>
                <a:lnTo>
                  <a:pt x="93762" y="93762"/>
                </a:lnTo>
                <a:lnTo>
                  <a:pt x="93762" y="49113"/>
                </a:lnTo>
                <a:lnTo>
                  <a:pt x="49113" y="49113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358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Hardware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365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IoT Sensor Network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sensor types per growing room (SCD4x + DHT11 + DS18B20 x10) with HVAC integration and control logic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2228850" cy="2720975"/>
          </a:xfrm>
          <a:custGeom>
            <a:avLst/>
            <a:gdLst/>
            <a:ahLst/>
            <a:cxnLst/>
            <a:rect l="l" t="t" r="r" b="b"/>
            <a:pathLst>
              <a:path w="2228850" h="2720975">
                <a:moveTo>
                  <a:pt x="95261" y="0"/>
                </a:moveTo>
                <a:lnTo>
                  <a:pt x="2133589" y="0"/>
                </a:lnTo>
                <a:cubicBezTo>
                  <a:pt x="2186200" y="0"/>
                  <a:pt x="2228850" y="42650"/>
                  <a:pt x="2228850" y="95261"/>
                </a:cubicBezTo>
                <a:lnTo>
                  <a:pt x="2228850" y="2625714"/>
                </a:lnTo>
                <a:cubicBezTo>
                  <a:pt x="2228850" y="2678325"/>
                  <a:pt x="2186200" y="2720975"/>
                  <a:pt x="2133589" y="2720975"/>
                </a:cubicBezTo>
                <a:lnTo>
                  <a:pt x="95261" y="2720975"/>
                </a:lnTo>
                <a:cubicBezTo>
                  <a:pt x="42650" y="2720975"/>
                  <a:pt x="0" y="2678325"/>
                  <a:pt x="0" y="2625714"/>
                </a:cubicBezTo>
                <a:lnTo>
                  <a:pt x="0" y="95261"/>
                </a:lnTo>
                <a:cubicBezTo>
                  <a:pt x="0" y="42685"/>
                  <a:pt x="42685" y="0"/>
                  <a:pt x="9526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44600" y="12446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385491" y="1355727"/>
            <a:ext cx="99219" cy="158750"/>
          </a:xfrm>
          <a:custGeom>
            <a:avLst/>
            <a:gdLst/>
            <a:ahLst/>
            <a:cxnLst/>
            <a:rect l="l" t="t" r="r" b="b"/>
            <a:pathLst>
              <a:path w="99219" h="158750">
                <a:moveTo>
                  <a:pt x="49609" y="0"/>
                </a:moveTo>
                <a:cubicBezTo>
                  <a:pt x="33176" y="0"/>
                  <a:pt x="19844" y="13333"/>
                  <a:pt x="19844" y="29766"/>
                </a:cubicBezTo>
                <a:lnTo>
                  <a:pt x="19844" y="80832"/>
                </a:lnTo>
                <a:cubicBezTo>
                  <a:pt x="10697" y="88987"/>
                  <a:pt x="4961" y="100893"/>
                  <a:pt x="4961" y="114102"/>
                </a:cubicBezTo>
                <a:cubicBezTo>
                  <a:pt x="4961" y="138751"/>
                  <a:pt x="24960" y="158750"/>
                  <a:pt x="49609" y="158750"/>
                </a:cubicBezTo>
                <a:cubicBezTo>
                  <a:pt x="74259" y="158750"/>
                  <a:pt x="94258" y="138751"/>
                  <a:pt x="94258" y="114102"/>
                </a:cubicBezTo>
                <a:cubicBezTo>
                  <a:pt x="94258" y="100893"/>
                  <a:pt x="88522" y="88987"/>
                  <a:pt x="79375" y="80832"/>
                </a:cubicBezTo>
                <a:lnTo>
                  <a:pt x="79375" y="29766"/>
                </a:lnTo>
                <a:cubicBezTo>
                  <a:pt x="79375" y="13333"/>
                  <a:pt x="66042" y="0"/>
                  <a:pt x="49609" y="0"/>
                </a:cubicBezTo>
                <a:close/>
                <a:moveTo>
                  <a:pt x="69453" y="114102"/>
                </a:moveTo>
                <a:cubicBezTo>
                  <a:pt x="69453" y="125047"/>
                  <a:pt x="60554" y="133945"/>
                  <a:pt x="49609" y="133945"/>
                </a:cubicBezTo>
                <a:cubicBezTo>
                  <a:pt x="38664" y="133945"/>
                  <a:pt x="29766" y="125047"/>
                  <a:pt x="29766" y="114102"/>
                </a:cubicBezTo>
                <a:cubicBezTo>
                  <a:pt x="29766" y="105761"/>
                  <a:pt x="34882" y="98630"/>
                  <a:pt x="42168" y="95715"/>
                </a:cubicBezTo>
                <a:lnTo>
                  <a:pt x="42168" y="66973"/>
                </a:lnTo>
                <a:cubicBezTo>
                  <a:pt x="42168" y="62849"/>
                  <a:pt x="45486" y="59531"/>
                  <a:pt x="49609" y="59531"/>
                </a:cubicBezTo>
                <a:cubicBezTo>
                  <a:pt x="53733" y="59531"/>
                  <a:pt x="57051" y="62849"/>
                  <a:pt x="57051" y="66973"/>
                </a:cubicBezTo>
                <a:lnTo>
                  <a:pt x="57051" y="95715"/>
                </a:lnTo>
                <a:cubicBezTo>
                  <a:pt x="64337" y="98661"/>
                  <a:pt x="69453" y="105792"/>
                  <a:pt x="69453" y="114102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91319" y="1689102"/>
            <a:ext cx="208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5287" y="1847852"/>
            <a:ext cx="2079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SCD4x (Sensirion)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9100" y="2038252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2600" y="2101752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2600" y="2228651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-40°C to 80°C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9100" y="2482651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2600" y="2546151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2600" y="2673054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±0.5°C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9100" y="2927054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2600" y="2990554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2600" y="3117453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₹350-500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2275" y="3374628"/>
            <a:ext cx="2022475" cy="387350"/>
          </a:xfrm>
          <a:custGeom>
            <a:avLst/>
            <a:gdLst/>
            <a:ahLst/>
            <a:cxnLst/>
            <a:rect l="l" t="t" r="r" b="b"/>
            <a:pathLst>
              <a:path w="2022475" h="387350">
                <a:moveTo>
                  <a:pt x="63498" y="0"/>
                </a:moveTo>
                <a:lnTo>
                  <a:pt x="1958977" y="0"/>
                </a:lnTo>
                <a:cubicBezTo>
                  <a:pt x="1994022" y="0"/>
                  <a:pt x="2022475" y="28453"/>
                  <a:pt x="2022475" y="63498"/>
                </a:cubicBezTo>
                <a:lnTo>
                  <a:pt x="2022475" y="323852"/>
                </a:lnTo>
                <a:cubicBezTo>
                  <a:pt x="2022475" y="358897"/>
                  <a:pt x="1994022" y="387350"/>
                  <a:pt x="1958977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8950" y="3441305"/>
            <a:ext cx="193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8950" y="3568205"/>
            <a:ext cx="193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Spawn run, pinning trigger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651125" y="1146175"/>
            <a:ext cx="2228850" cy="2720975"/>
          </a:xfrm>
          <a:custGeom>
            <a:avLst/>
            <a:gdLst/>
            <a:ahLst/>
            <a:cxnLst/>
            <a:rect l="l" t="t" r="r" b="b"/>
            <a:pathLst>
              <a:path w="2228850" h="2720975">
                <a:moveTo>
                  <a:pt x="95261" y="0"/>
                </a:moveTo>
                <a:lnTo>
                  <a:pt x="2133589" y="0"/>
                </a:lnTo>
                <a:cubicBezTo>
                  <a:pt x="2186200" y="0"/>
                  <a:pt x="2228850" y="42650"/>
                  <a:pt x="2228850" y="95261"/>
                </a:cubicBezTo>
                <a:lnTo>
                  <a:pt x="2228850" y="2625714"/>
                </a:lnTo>
                <a:cubicBezTo>
                  <a:pt x="2228850" y="2678325"/>
                  <a:pt x="2186200" y="2720975"/>
                  <a:pt x="2133589" y="2720975"/>
                </a:cubicBezTo>
                <a:lnTo>
                  <a:pt x="95261" y="2720975"/>
                </a:lnTo>
                <a:cubicBezTo>
                  <a:pt x="42650" y="2720975"/>
                  <a:pt x="0" y="2678325"/>
                  <a:pt x="0" y="2625714"/>
                </a:cubicBezTo>
                <a:lnTo>
                  <a:pt x="0" y="95261"/>
                </a:lnTo>
                <a:cubicBezTo>
                  <a:pt x="0" y="42685"/>
                  <a:pt x="42685" y="0"/>
                  <a:pt x="9526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575050" y="12446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706019" y="135572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9531" y="158750"/>
                </a:moveTo>
                <a:cubicBezTo>
                  <a:pt x="26665" y="158750"/>
                  <a:pt x="0" y="132085"/>
                  <a:pt x="0" y="99219"/>
                </a:cubicBezTo>
                <a:cubicBezTo>
                  <a:pt x="0" y="70941"/>
                  <a:pt x="40370" y="14232"/>
                  <a:pt x="51656" y="-1085"/>
                </a:cubicBezTo>
                <a:cubicBezTo>
                  <a:pt x="53485" y="-3566"/>
                  <a:pt x="56369" y="-4961"/>
                  <a:pt x="59469" y="-4961"/>
                </a:cubicBezTo>
                <a:lnTo>
                  <a:pt x="59593" y="-4961"/>
                </a:lnTo>
                <a:cubicBezTo>
                  <a:pt x="62694" y="-4961"/>
                  <a:pt x="65577" y="-3566"/>
                  <a:pt x="67407" y="-1085"/>
                </a:cubicBezTo>
                <a:cubicBezTo>
                  <a:pt x="78693" y="14232"/>
                  <a:pt x="119062" y="70941"/>
                  <a:pt x="119062" y="99219"/>
                </a:cubicBezTo>
                <a:cubicBezTo>
                  <a:pt x="119062" y="132085"/>
                  <a:pt x="92397" y="158750"/>
                  <a:pt x="59531" y="158750"/>
                </a:cubicBezTo>
                <a:close/>
                <a:moveTo>
                  <a:pt x="34727" y="96738"/>
                </a:moveTo>
                <a:cubicBezTo>
                  <a:pt x="34727" y="92615"/>
                  <a:pt x="31409" y="89297"/>
                  <a:pt x="27285" y="89297"/>
                </a:cubicBezTo>
                <a:cubicBezTo>
                  <a:pt x="23161" y="89297"/>
                  <a:pt x="19844" y="92615"/>
                  <a:pt x="19844" y="96738"/>
                </a:cubicBezTo>
                <a:cubicBezTo>
                  <a:pt x="19844" y="120024"/>
                  <a:pt x="38726" y="138906"/>
                  <a:pt x="62012" y="138906"/>
                </a:cubicBezTo>
                <a:cubicBezTo>
                  <a:pt x="66135" y="138906"/>
                  <a:pt x="69453" y="135589"/>
                  <a:pt x="69453" y="131465"/>
                </a:cubicBezTo>
                <a:cubicBezTo>
                  <a:pt x="69453" y="127341"/>
                  <a:pt x="66135" y="124023"/>
                  <a:pt x="62012" y="124023"/>
                </a:cubicBezTo>
                <a:cubicBezTo>
                  <a:pt x="46943" y="124023"/>
                  <a:pt x="34727" y="111807"/>
                  <a:pt x="34727" y="9673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721769" y="1689102"/>
            <a:ext cx="208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Humidity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725737" y="1847852"/>
            <a:ext cx="2079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SCD4x (Sensirion)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49550" y="2038252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813050" y="2101752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13050" y="2228651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0-100% RH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9550" y="2482651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813050" y="2546151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813050" y="2673054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±2%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749550" y="2927054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813050" y="2990554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813050" y="3117453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752725" y="3374628"/>
            <a:ext cx="2022475" cy="387350"/>
          </a:xfrm>
          <a:custGeom>
            <a:avLst/>
            <a:gdLst/>
            <a:ahLst/>
            <a:cxnLst/>
            <a:rect l="l" t="t" r="r" b="b"/>
            <a:pathLst>
              <a:path w="2022475" h="387350">
                <a:moveTo>
                  <a:pt x="63498" y="0"/>
                </a:moveTo>
                <a:lnTo>
                  <a:pt x="1958977" y="0"/>
                </a:lnTo>
                <a:cubicBezTo>
                  <a:pt x="1994022" y="0"/>
                  <a:pt x="2022475" y="28453"/>
                  <a:pt x="2022475" y="63498"/>
                </a:cubicBezTo>
                <a:lnTo>
                  <a:pt x="2022475" y="323852"/>
                </a:lnTo>
                <a:cubicBezTo>
                  <a:pt x="2022475" y="358897"/>
                  <a:pt x="1994022" y="387350"/>
                  <a:pt x="1958977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819400" y="3441305"/>
            <a:ext cx="193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For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819400" y="3568205"/>
            <a:ext cx="193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prevention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81575" y="1146175"/>
            <a:ext cx="2228850" cy="2720975"/>
          </a:xfrm>
          <a:custGeom>
            <a:avLst/>
            <a:gdLst/>
            <a:ahLst/>
            <a:cxnLst/>
            <a:rect l="l" t="t" r="r" b="b"/>
            <a:pathLst>
              <a:path w="2228850" h="2720975">
                <a:moveTo>
                  <a:pt x="95261" y="0"/>
                </a:moveTo>
                <a:lnTo>
                  <a:pt x="2133589" y="0"/>
                </a:lnTo>
                <a:cubicBezTo>
                  <a:pt x="2186200" y="0"/>
                  <a:pt x="2228850" y="42650"/>
                  <a:pt x="2228850" y="95261"/>
                </a:cubicBezTo>
                <a:lnTo>
                  <a:pt x="2228850" y="2625714"/>
                </a:lnTo>
                <a:cubicBezTo>
                  <a:pt x="2228850" y="2678325"/>
                  <a:pt x="2186200" y="2720975"/>
                  <a:pt x="2133589" y="2720975"/>
                </a:cubicBezTo>
                <a:lnTo>
                  <a:pt x="95261" y="2720975"/>
                </a:lnTo>
                <a:cubicBezTo>
                  <a:pt x="42650" y="2720975"/>
                  <a:pt x="0" y="2678325"/>
                  <a:pt x="0" y="2625714"/>
                </a:cubicBezTo>
                <a:lnTo>
                  <a:pt x="0" y="95261"/>
                </a:lnTo>
                <a:cubicBezTo>
                  <a:pt x="0" y="42685"/>
                  <a:pt x="42685" y="0"/>
                  <a:pt x="9526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905500" y="12446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006703" y="1355727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104180"/>
                </a:moveTo>
                <a:cubicBezTo>
                  <a:pt x="0" y="128829"/>
                  <a:pt x="19999" y="148828"/>
                  <a:pt x="44648" y="148828"/>
                </a:cubicBezTo>
                <a:lnTo>
                  <a:pt x="138906" y="148828"/>
                </a:lnTo>
                <a:cubicBezTo>
                  <a:pt x="160827" y="148828"/>
                  <a:pt x="178594" y="131062"/>
                  <a:pt x="178594" y="109141"/>
                </a:cubicBezTo>
                <a:cubicBezTo>
                  <a:pt x="178594" y="93142"/>
                  <a:pt x="169137" y="79344"/>
                  <a:pt x="155494" y="73081"/>
                </a:cubicBezTo>
                <a:cubicBezTo>
                  <a:pt x="157572" y="69019"/>
                  <a:pt x="158750" y="64399"/>
                  <a:pt x="158750" y="59531"/>
                </a:cubicBezTo>
                <a:cubicBezTo>
                  <a:pt x="158750" y="43098"/>
                  <a:pt x="145417" y="29766"/>
                  <a:pt x="128984" y="29766"/>
                </a:cubicBezTo>
                <a:cubicBezTo>
                  <a:pt x="123496" y="29766"/>
                  <a:pt x="118380" y="31254"/>
                  <a:pt x="113978" y="33827"/>
                </a:cubicBezTo>
                <a:cubicBezTo>
                  <a:pt x="106505" y="19627"/>
                  <a:pt x="91591" y="9922"/>
                  <a:pt x="74414" y="9922"/>
                </a:cubicBezTo>
                <a:cubicBezTo>
                  <a:pt x="49764" y="9922"/>
                  <a:pt x="29766" y="29921"/>
                  <a:pt x="29766" y="54570"/>
                </a:cubicBezTo>
                <a:cubicBezTo>
                  <a:pt x="29766" y="57051"/>
                  <a:pt x="29983" y="59500"/>
                  <a:pt x="30355" y="61857"/>
                </a:cubicBezTo>
                <a:cubicBezTo>
                  <a:pt x="12712" y="67810"/>
                  <a:pt x="0" y="84522"/>
                  <a:pt x="0" y="10418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052219" y="1689102"/>
            <a:ext cx="208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CO₂ Sensor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056188" y="1847852"/>
            <a:ext cx="2079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SCD4x (Sensirion)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80000" y="2038252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143500" y="2101752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43500" y="2228651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0-40,000 ppm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80000" y="2482651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143500" y="2546151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143500" y="2673054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±30 ppm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080000" y="2927054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143500" y="2990554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143500" y="3117453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₹2K-4.5K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083175" y="3374628"/>
            <a:ext cx="2022475" cy="387350"/>
          </a:xfrm>
          <a:custGeom>
            <a:avLst/>
            <a:gdLst/>
            <a:ahLst/>
            <a:cxnLst/>
            <a:rect l="l" t="t" r="r" b="b"/>
            <a:pathLst>
              <a:path w="2022475" h="387350">
                <a:moveTo>
                  <a:pt x="63498" y="0"/>
                </a:moveTo>
                <a:lnTo>
                  <a:pt x="1958977" y="0"/>
                </a:lnTo>
                <a:cubicBezTo>
                  <a:pt x="1994022" y="0"/>
                  <a:pt x="2022475" y="28453"/>
                  <a:pt x="2022475" y="63498"/>
                </a:cubicBezTo>
                <a:lnTo>
                  <a:pt x="2022475" y="323852"/>
                </a:lnTo>
                <a:cubicBezTo>
                  <a:pt x="2022475" y="358897"/>
                  <a:pt x="1994022" y="387350"/>
                  <a:pt x="1958977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149850" y="3441305"/>
            <a:ext cx="193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For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149850" y="3568205"/>
            <a:ext cx="193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Ventilation control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312025" y="1146175"/>
            <a:ext cx="2228850" cy="2720975"/>
          </a:xfrm>
          <a:custGeom>
            <a:avLst/>
            <a:gdLst/>
            <a:ahLst/>
            <a:cxnLst/>
            <a:rect l="l" t="t" r="r" b="b"/>
            <a:pathLst>
              <a:path w="2228850" h="2720975">
                <a:moveTo>
                  <a:pt x="95261" y="0"/>
                </a:moveTo>
                <a:lnTo>
                  <a:pt x="2133589" y="0"/>
                </a:lnTo>
                <a:cubicBezTo>
                  <a:pt x="2186200" y="0"/>
                  <a:pt x="2228850" y="42650"/>
                  <a:pt x="2228850" y="95261"/>
                </a:cubicBezTo>
                <a:lnTo>
                  <a:pt x="2228850" y="2625714"/>
                </a:lnTo>
                <a:cubicBezTo>
                  <a:pt x="2228850" y="2678325"/>
                  <a:pt x="2186200" y="2720975"/>
                  <a:pt x="2133589" y="2720975"/>
                </a:cubicBezTo>
                <a:lnTo>
                  <a:pt x="95261" y="2720975"/>
                </a:lnTo>
                <a:cubicBezTo>
                  <a:pt x="42650" y="2720975"/>
                  <a:pt x="0" y="2678325"/>
                  <a:pt x="0" y="2625714"/>
                </a:cubicBezTo>
                <a:lnTo>
                  <a:pt x="0" y="95261"/>
                </a:lnTo>
                <a:cubicBezTo>
                  <a:pt x="0" y="42685"/>
                  <a:pt x="42685" y="0"/>
                  <a:pt x="9526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235950" y="12446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8337153" y="1355727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5252" y="-3132"/>
                </a:moveTo>
                <a:cubicBezTo>
                  <a:pt x="57547" y="-4093"/>
                  <a:pt x="60151" y="-3814"/>
                  <a:pt x="62229" y="-2449"/>
                </a:cubicBezTo>
                <a:lnTo>
                  <a:pt x="89452" y="15596"/>
                </a:lnTo>
                <a:lnTo>
                  <a:pt x="116675" y="-2449"/>
                </a:lnTo>
                <a:cubicBezTo>
                  <a:pt x="118752" y="-3814"/>
                  <a:pt x="121357" y="-4062"/>
                  <a:pt x="123651" y="-3132"/>
                </a:cubicBezTo>
                <a:cubicBezTo>
                  <a:pt x="125946" y="-2201"/>
                  <a:pt x="127558" y="-155"/>
                  <a:pt x="128054" y="2263"/>
                </a:cubicBezTo>
                <a:lnTo>
                  <a:pt x="134534" y="34261"/>
                </a:lnTo>
                <a:lnTo>
                  <a:pt x="166532" y="40742"/>
                </a:lnTo>
                <a:cubicBezTo>
                  <a:pt x="168951" y="41238"/>
                  <a:pt x="170997" y="42912"/>
                  <a:pt x="171927" y="45176"/>
                </a:cubicBezTo>
                <a:cubicBezTo>
                  <a:pt x="172858" y="47439"/>
                  <a:pt x="172610" y="50074"/>
                  <a:pt x="171245" y="52152"/>
                </a:cubicBezTo>
                <a:lnTo>
                  <a:pt x="153200" y="79375"/>
                </a:lnTo>
                <a:lnTo>
                  <a:pt x="171245" y="106598"/>
                </a:lnTo>
                <a:cubicBezTo>
                  <a:pt x="172610" y="108676"/>
                  <a:pt x="172858" y="111280"/>
                  <a:pt x="171927" y="113574"/>
                </a:cubicBezTo>
                <a:cubicBezTo>
                  <a:pt x="170997" y="115869"/>
                  <a:pt x="168951" y="117543"/>
                  <a:pt x="166532" y="118008"/>
                </a:cubicBezTo>
                <a:lnTo>
                  <a:pt x="134503" y="124458"/>
                </a:lnTo>
                <a:lnTo>
                  <a:pt x="128054" y="156487"/>
                </a:lnTo>
                <a:cubicBezTo>
                  <a:pt x="127558" y="158905"/>
                  <a:pt x="125884" y="160951"/>
                  <a:pt x="123620" y="161882"/>
                </a:cubicBezTo>
                <a:cubicBezTo>
                  <a:pt x="121357" y="162812"/>
                  <a:pt x="118721" y="162564"/>
                  <a:pt x="116644" y="161199"/>
                </a:cubicBezTo>
                <a:lnTo>
                  <a:pt x="89421" y="143154"/>
                </a:lnTo>
                <a:lnTo>
                  <a:pt x="62198" y="161199"/>
                </a:lnTo>
                <a:cubicBezTo>
                  <a:pt x="60120" y="162564"/>
                  <a:pt x="57516" y="162812"/>
                  <a:pt x="55221" y="161882"/>
                </a:cubicBezTo>
                <a:cubicBezTo>
                  <a:pt x="52927" y="160951"/>
                  <a:pt x="51253" y="158905"/>
                  <a:pt x="50788" y="156487"/>
                </a:cubicBezTo>
                <a:lnTo>
                  <a:pt x="44338" y="124458"/>
                </a:lnTo>
                <a:lnTo>
                  <a:pt x="12309" y="117977"/>
                </a:lnTo>
                <a:cubicBezTo>
                  <a:pt x="9891" y="117481"/>
                  <a:pt x="7844" y="115807"/>
                  <a:pt x="6914" y="113543"/>
                </a:cubicBezTo>
                <a:cubicBezTo>
                  <a:pt x="5984" y="111280"/>
                  <a:pt x="6232" y="108645"/>
                  <a:pt x="7596" y="106567"/>
                </a:cubicBezTo>
                <a:lnTo>
                  <a:pt x="25642" y="79375"/>
                </a:lnTo>
                <a:lnTo>
                  <a:pt x="7596" y="52152"/>
                </a:lnTo>
                <a:cubicBezTo>
                  <a:pt x="6232" y="50074"/>
                  <a:pt x="5984" y="47470"/>
                  <a:pt x="6914" y="45176"/>
                </a:cubicBezTo>
                <a:cubicBezTo>
                  <a:pt x="7844" y="42881"/>
                  <a:pt x="9891" y="41207"/>
                  <a:pt x="12309" y="40742"/>
                </a:cubicBezTo>
                <a:lnTo>
                  <a:pt x="44338" y="34292"/>
                </a:lnTo>
                <a:lnTo>
                  <a:pt x="50819" y="2263"/>
                </a:lnTo>
                <a:cubicBezTo>
                  <a:pt x="51315" y="-155"/>
                  <a:pt x="52989" y="-2201"/>
                  <a:pt x="55252" y="-3132"/>
                </a:cubicBezTo>
                <a:close/>
                <a:moveTo>
                  <a:pt x="64368" y="79375"/>
                </a:moveTo>
                <a:cubicBezTo>
                  <a:pt x="64368" y="70469"/>
                  <a:pt x="69120" y="62239"/>
                  <a:pt x="76833" y="57786"/>
                </a:cubicBezTo>
                <a:cubicBezTo>
                  <a:pt x="84545" y="53333"/>
                  <a:pt x="94048" y="53333"/>
                  <a:pt x="101761" y="57786"/>
                </a:cubicBezTo>
                <a:cubicBezTo>
                  <a:pt x="109474" y="62239"/>
                  <a:pt x="114226" y="70469"/>
                  <a:pt x="114226" y="79375"/>
                </a:cubicBezTo>
                <a:cubicBezTo>
                  <a:pt x="114226" y="93134"/>
                  <a:pt x="103055" y="104304"/>
                  <a:pt x="89297" y="104304"/>
                </a:cubicBezTo>
                <a:cubicBezTo>
                  <a:pt x="75538" y="104304"/>
                  <a:pt x="64368" y="93134"/>
                  <a:pt x="64368" y="79375"/>
                </a:cubicBezTo>
                <a:close/>
                <a:moveTo>
                  <a:pt x="129108" y="79375"/>
                </a:moveTo>
                <a:cubicBezTo>
                  <a:pt x="129108" y="57402"/>
                  <a:pt x="111269" y="39563"/>
                  <a:pt x="89297" y="39563"/>
                </a:cubicBezTo>
                <a:cubicBezTo>
                  <a:pt x="67324" y="39563"/>
                  <a:pt x="49485" y="57402"/>
                  <a:pt x="49485" y="79375"/>
                </a:cubicBezTo>
                <a:cubicBezTo>
                  <a:pt x="49485" y="93598"/>
                  <a:pt x="57073" y="106741"/>
                  <a:pt x="69391" y="113853"/>
                </a:cubicBezTo>
                <a:cubicBezTo>
                  <a:pt x="81709" y="120964"/>
                  <a:pt x="96885" y="120964"/>
                  <a:pt x="109203" y="113853"/>
                </a:cubicBezTo>
                <a:cubicBezTo>
                  <a:pt x="121520" y="106741"/>
                  <a:pt x="129108" y="93598"/>
                  <a:pt x="129108" y="79375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382669" y="1689102"/>
            <a:ext cx="208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Bag Temperature Array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386638" y="1847852"/>
            <a:ext cx="2079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DS18B20 x10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410450" y="2038252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473950" y="2101752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73950" y="2228651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bag monitoring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410450" y="2482651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473950" y="2546151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473950" y="2673054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±0.5°C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410450" y="2927054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7473950" y="2990554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473950" y="3117453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₹1,500 (10 sensors)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413625" y="3374628"/>
            <a:ext cx="2022475" cy="387350"/>
          </a:xfrm>
          <a:custGeom>
            <a:avLst/>
            <a:gdLst/>
            <a:ahLst/>
            <a:cxnLst/>
            <a:rect l="l" t="t" r="r" b="b"/>
            <a:pathLst>
              <a:path w="2022475" h="387350">
                <a:moveTo>
                  <a:pt x="63498" y="0"/>
                </a:moveTo>
                <a:lnTo>
                  <a:pt x="1958977" y="0"/>
                </a:lnTo>
                <a:cubicBezTo>
                  <a:pt x="1994022" y="0"/>
                  <a:pt x="2022475" y="28453"/>
                  <a:pt x="2022475" y="63498"/>
                </a:cubicBezTo>
                <a:lnTo>
                  <a:pt x="2022475" y="323852"/>
                </a:lnTo>
                <a:cubicBezTo>
                  <a:pt x="2022475" y="358897"/>
                  <a:pt x="1994022" y="387350"/>
                  <a:pt x="1958977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480300" y="3441305"/>
            <a:ext cx="193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For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480300" y="3568205"/>
            <a:ext cx="193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detection, yield optimization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642475" y="1146175"/>
            <a:ext cx="2228850" cy="2720975"/>
          </a:xfrm>
          <a:custGeom>
            <a:avLst/>
            <a:gdLst/>
            <a:ahLst/>
            <a:cxnLst/>
            <a:rect l="l" t="t" r="r" b="b"/>
            <a:pathLst>
              <a:path w="2228850" h="2720975">
                <a:moveTo>
                  <a:pt x="95261" y="0"/>
                </a:moveTo>
                <a:lnTo>
                  <a:pt x="2133589" y="0"/>
                </a:lnTo>
                <a:cubicBezTo>
                  <a:pt x="2186200" y="0"/>
                  <a:pt x="2228850" y="42650"/>
                  <a:pt x="2228850" y="95261"/>
                </a:cubicBezTo>
                <a:lnTo>
                  <a:pt x="2228850" y="2625714"/>
                </a:lnTo>
                <a:cubicBezTo>
                  <a:pt x="2228850" y="2678325"/>
                  <a:pt x="2186200" y="2720975"/>
                  <a:pt x="2133589" y="2720975"/>
                </a:cubicBezTo>
                <a:lnTo>
                  <a:pt x="95261" y="2720975"/>
                </a:lnTo>
                <a:cubicBezTo>
                  <a:pt x="42650" y="2720975"/>
                  <a:pt x="0" y="2678325"/>
                  <a:pt x="0" y="2625714"/>
                </a:cubicBezTo>
                <a:lnTo>
                  <a:pt x="0" y="95261"/>
                </a:lnTo>
                <a:cubicBezTo>
                  <a:pt x="0" y="42685"/>
                  <a:pt x="42685" y="0"/>
                  <a:pt x="95261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10566401" y="12446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10677526" y="135572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79375" y="128984"/>
                </a:moveTo>
                <a:cubicBezTo>
                  <a:pt x="90320" y="128984"/>
                  <a:pt x="99219" y="120086"/>
                  <a:pt x="99219" y="109141"/>
                </a:cubicBezTo>
                <a:cubicBezTo>
                  <a:pt x="99219" y="104118"/>
                  <a:pt x="97358" y="99498"/>
                  <a:pt x="94258" y="96025"/>
                </a:cubicBezTo>
                <a:lnTo>
                  <a:pt x="115807" y="52958"/>
                </a:lnTo>
                <a:cubicBezTo>
                  <a:pt x="117636" y="49268"/>
                  <a:pt x="116148" y="44803"/>
                  <a:pt x="112489" y="42974"/>
                </a:cubicBezTo>
                <a:cubicBezTo>
                  <a:pt x="108831" y="41145"/>
                  <a:pt x="104335" y="42633"/>
                  <a:pt x="102505" y="46292"/>
                </a:cubicBezTo>
                <a:lnTo>
                  <a:pt x="80956" y="89359"/>
                </a:lnTo>
                <a:cubicBezTo>
                  <a:pt x="80429" y="89328"/>
                  <a:pt x="79902" y="89297"/>
                  <a:pt x="79375" y="89297"/>
                </a:cubicBezTo>
                <a:cubicBezTo>
                  <a:pt x="68430" y="89297"/>
                  <a:pt x="59531" y="98196"/>
                  <a:pt x="59531" y="109141"/>
                </a:cubicBezTo>
                <a:cubicBezTo>
                  <a:pt x="59531" y="120086"/>
                  <a:pt x="68430" y="128984"/>
                  <a:pt x="79375" y="128984"/>
                </a:cubicBezTo>
                <a:close/>
                <a:moveTo>
                  <a:pt x="54570" y="44648"/>
                </a:moveTo>
                <a:cubicBezTo>
                  <a:pt x="54570" y="39172"/>
                  <a:pt x="50124" y="34727"/>
                  <a:pt x="44648" y="34727"/>
                </a:cubicBezTo>
                <a:cubicBezTo>
                  <a:pt x="39172" y="34727"/>
                  <a:pt x="34727" y="39172"/>
                  <a:pt x="34727" y="44648"/>
                </a:cubicBezTo>
                <a:cubicBezTo>
                  <a:pt x="34727" y="50124"/>
                  <a:pt x="39172" y="54570"/>
                  <a:pt x="44648" y="54570"/>
                </a:cubicBezTo>
                <a:cubicBezTo>
                  <a:pt x="50124" y="54570"/>
                  <a:pt x="54570" y="50124"/>
                  <a:pt x="54570" y="44648"/>
                </a:cubicBezTo>
                <a:close/>
                <a:moveTo>
                  <a:pt x="29766" y="89297"/>
                </a:moveTo>
                <a:cubicBezTo>
                  <a:pt x="35242" y="89297"/>
                  <a:pt x="39688" y="84851"/>
                  <a:pt x="39688" y="79375"/>
                </a:cubicBez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lose/>
                <a:moveTo>
                  <a:pt x="138906" y="79375"/>
                </a:moveTo>
                <a:cubicBezTo>
                  <a:pt x="138906" y="73899"/>
                  <a:pt x="134460" y="69453"/>
                  <a:pt x="128984" y="69453"/>
                </a:cubicBezTo>
                <a:cubicBezTo>
                  <a:pt x="123508" y="69453"/>
                  <a:pt x="119062" y="73899"/>
                  <a:pt x="119062" y="79375"/>
                </a:cubicBezTo>
                <a:cubicBezTo>
                  <a:pt x="119062" y="84851"/>
                  <a:pt x="123508" y="89297"/>
                  <a:pt x="128984" y="89297"/>
                </a:cubicBezTo>
                <a:cubicBezTo>
                  <a:pt x="134460" y="89297"/>
                  <a:pt x="138906" y="84851"/>
                  <a:pt x="138906" y="79375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9713119" y="1689102"/>
            <a:ext cx="208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Outdoor Sensor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717088" y="1847852"/>
            <a:ext cx="2079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DHT11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740901" y="2038252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9804401" y="2101752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9804401" y="2228651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Outdoor temp &amp; humidity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740901" y="2482651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9804401" y="2546151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9804401" y="2673054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±2°C / ±5%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9740901" y="2927054"/>
            <a:ext cx="2032000" cy="412750"/>
          </a:xfrm>
          <a:custGeom>
            <a:avLst/>
            <a:gdLst/>
            <a:ahLst/>
            <a:cxnLst/>
            <a:rect l="l" t="t" r="r" b="b"/>
            <a:pathLst>
              <a:path w="2032000" h="412750">
                <a:moveTo>
                  <a:pt x="63502" y="0"/>
                </a:moveTo>
                <a:lnTo>
                  <a:pt x="1968498" y="0"/>
                </a:lnTo>
                <a:cubicBezTo>
                  <a:pt x="2003569" y="0"/>
                  <a:pt x="2032000" y="28431"/>
                  <a:pt x="2032000" y="63502"/>
                </a:cubicBezTo>
                <a:lnTo>
                  <a:pt x="2032000" y="349248"/>
                </a:lnTo>
                <a:cubicBezTo>
                  <a:pt x="2032000" y="384319"/>
                  <a:pt x="2003569" y="412750"/>
                  <a:pt x="1968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9804401" y="2990554"/>
            <a:ext cx="1952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804401" y="3117453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₹250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9744076" y="3374628"/>
            <a:ext cx="2022475" cy="387350"/>
          </a:xfrm>
          <a:custGeom>
            <a:avLst/>
            <a:gdLst/>
            <a:ahLst/>
            <a:cxnLst/>
            <a:rect l="l" t="t" r="r" b="b"/>
            <a:pathLst>
              <a:path w="2022475" h="387350">
                <a:moveTo>
                  <a:pt x="63498" y="0"/>
                </a:moveTo>
                <a:lnTo>
                  <a:pt x="1958977" y="0"/>
                </a:lnTo>
                <a:cubicBezTo>
                  <a:pt x="1994022" y="0"/>
                  <a:pt x="2022475" y="28453"/>
                  <a:pt x="2022475" y="63498"/>
                </a:cubicBezTo>
                <a:lnTo>
                  <a:pt x="2022475" y="323852"/>
                </a:lnTo>
                <a:cubicBezTo>
                  <a:pt x="2022475" y="358897"/>
                  <a:pt x="1994022" y="387350"/>
                  <a:pt x="1958977" y="387350"/>
                </a:cubicBezTo>
                <a:lnTo>
                  <a:pt x="63498" y="387350"/>
                </a:lnTo>
                <a:cubicBezTo>
                  <a:pt x="28453" y="387350"/>
                  <a:pt x="0" y="358897"/>
                  <a:pt x="0" y="323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9810750" y="3441305"/>
            <a:ext cx="193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For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9810750" y="3568205"/>
            <a:ext cx="193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Outdoor reference for climate control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320675" y="3964980"/>
            <a:ext cx="5721350" cy="1752600"/>
          </a:xfrm>
          <a:custGeom>
            <a:avLst/>
            <a:gdLst/>
            <a:ahLst/>
            <a:cxnLst/>
            <a:rect l="l" t="t" r="r" b="b"/>
            <a:pathLst>
              <a:path w="5721350" h="1752600">
                <a:moveTo>
                  <a:pt x="95254" y="0"/>
                </a:moveTo>
                <a:lnTo>
                  <a:pt x="5626096" y="0"/>
                </a:lnTo>
                <a:cubicBezTo>
                  <a:pt x="5678703" y="0"/>
                  <a:pt x="5721350" y="42647"/>
                  <a:pt x="5721350" y="95254"/>
                </a:cubicBezTo>
                <a:lnTo>
                  <a:pt x="5721350" y="1657346"/>
                </a:lnTo>
                <a:cubicBezTo>
                  <a:pt x="5721350" y="1709953"/>
                  <a:pt x="5678703" y="1752600"/>
                  <a:pt x="5626096" y="1752600"/>
                </a:cubicBezTo>
                <a:lnTo>
                  <a:pt x="95254" y="1752600"/>
                </a:lnTo>
                <a:cubicBezTo>
                  <a:pt x="42647" y="1752600"/>
                  <a:pt x="0" y="1709953"/>
                  <a:pt x="0" y="1657346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34975" y="409515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7547" y="85328"/>
                </a:moveTo>
                <a:lnTo>
                  <a:pt x="57547" y="69453"/>
                </a:lnTo>
                <a:lnTo>
                  <a:pt x="41672" y="69453"/>
                </a:lnTo>
                <a:cubicBezTo>
                  <a:pt x="38373" y="69453"/>
                  <a:pt x="35719" y="66799"/>
                  <a:pt x="35719" y="63500"/>
                </a:cubicBezTo>
                <a:cubicBezTo>
                  <a:pt x="35719" y="60201"/>
                  <a:pt x="38373" y="57547"/>
                  <a:pt x="41672" y="57547"/>
                </a:cubicBezTo>
                <a:lnTo>
                  <a:pt x="57547" y="57547"/>
                </a:lnTo>
                <a:lnTo>
                  <a:pt x="57547" y="41672"/>
                </a:lnTo>
                <a:cubicBezTo>
                  <a:pt x="57547" y="38373"/>
                  <a:pt x="60201" y="35719"/>
                  <a:pt x="63500" y="35719"/>
                </a:cubicBezTo>
                <a:cubicBezTo>
                  <a:pt x="66799" y="35719"/>
                  <a:pt x="69453" y="38373"/>
                  <a:pt x="69453" y="41672"/>
                </a:cubicBezTo>
                <a:lnTo>
                  <a:pt x="69453" y="57547"/>
                </a:lnTo>
                <a:lnTo>
                  <a:pt x="85328" y="57547"/>
                </a:lnTo>
                <a:cubicBezTo>
                  <a:pt x="88627" y="57547"/>
                  <a:pt x="91281" y="60201"/>
                  <a:pt x="91281" y="63500"/>
                </a:cubicBezTo>
                <a:cubicBezTo>
                  <a:pt x="91281" y="66799"/>
                  <a:pt x="88627" y="69453"/>
                  <a:pt x="85328" y="69453"/>
                </a:cubicBezTo>
                <a:lnTo>
                  <a:pt x="69453" y="69453"/>
                </a:lnTo>
                <a:lnTo>
                  <a:pt x="69453" y="85328"/>
                </a:lnTo>
                <a:cubicBezTo>
                  <a:pt x="69453" y="88627"/>
                  <a:pt x="66799" y="91281"/>
                  <a:pt x="63500" y="91281"/>
                </a:cubicBezTo>
                <a:cubicBezTo>
                  <a:pt x="60201" y="91281"/>
                  <a:pt x="57547" y="88627"/>
                  <a:pt x="57547" y="8532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577850" y="4063407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 Sensors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419100" y="4317407"/>
            <a:ext cx="1801813" cy="571500"/>
          </a:xfrm>
          <a:custGeom>
            <a:avLst/>
            <a:gdLst/>
            <a:ahLst/>
            <a:cxnLst/>
            <a:rect l="l" t="t" r="r" b="b"/>
            <a:pathLst>
              <a:path w="1801813" h="571500">
                <a:moveTo>
                  <a:pt x="63499" y="0"/>
                </a:moveTo>
                <a:lnTo>
                  <a:pt x="1738313" y="0"/>
                </a:lnTo>
                <a:cubicBezTo>
                  <a:pt x="1773383" y="0"/>
                  <a:pt x="1801813" y="28430"/>
                  <a:pt x="1801813" y="63499"/>
                </a:cubicBezTo>
                <a:lnTo>
                  <a:pt x="1801813" y="508001"/>
                </a:lnTo>
                <a:cubicBezTo>
                  <a:pt x="1801813" y="543070"/>
                  <a:pt x="1773383" y="571500"/>
                  <a:pt x="173831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454819" y="4380907"/>
            <a:ext cx="173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Substrate Moisture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454819" y="4539657"/>
            <a:ext cx="173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₹200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458787" y="4698407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farms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2282825" y="4317407"/>
            <a:ext cx="1801813" cy="571500"/>
          </a:xfrm>
          <a:custGeom>
            <a:avLst/>
            <a:gdLst/>
            <a:ahLst/>
            <a:cxnLst/>
            <a:rect l="l" t="t" r="r" b="b"/>
            <a:pathLst>
              <a:path w="1801813" h="571500">
                <a:moveTo>
                  <a:pt x="63499" y="0"/>
                </a:moveTo>
                <a:lnTo>
                  <a:pt x="1738313" y="0"/>
                </a:lnTo>
                <a:cubicBezTo>
                  <a:pt x="1773383" y="0"/>
                  <a:pt x="1801813" y="28430"/>
                  <a:pt x="1801813" y="63499"/>
                </a:cubicBezTo>
                <a:lnTo>
                  <a:pt x="1801813" y="508001"/>
                </a:lnTo>
                <a:cubicBezTo>
                  <a:pt x="1801813" y="543070"/>
                  <a:pt x="1773383" y="571500"/>
                  <a:pt x="173831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2318544" y="4380907"/>
            <a:ext cx="173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 Sensor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2318544" y="4539657"/>
            <a:ext cx="173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₹800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2322513" y="4698407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Spawn labs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4146550" y="4317407"/>
            <a:ext cx="1801813" cy="571500"/>
          </a:xfrm>
          <a:custGeom>
            <a:avLst/>
            <a:gdLst/>
            <a:ahLst/>
            <a:cxnLst/>
            <a:rect l="l" t="t" r="r" b="b"/>
            <a:pathLst>
              <a:path w="1801813" h="571500">
                <a:moveTo>
                  <a:pt x="63499" y="0"/>
                </a:moveTo>
                <a:lnTo>
                  <a:pt x="1738313" y="0"/>
                </a:lnTo>
                <a:cubicBezTo>
                  <a:pt x="1773383" y="0"/>
                  <a:pt x="1801813" y="28430"/>
                  <a:pt x="1801813" y="63499"/>
                </a:cubicBezTo>
                <a:lnTo>
                  <a:pt x="1801813" y="508001"/>
                </a:lnTo>
                <a:cubicBezTo>
                  <a:pt x="1801813" y="543070"/>
                  <a:pt x="1773383" y="571500"/>
                  <a:pt x="1738313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4182269" y="4380907"/>
            <a:ext cx="173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4182269" y="4539657"/>
            <a:ext cx="173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₹2K-5K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4186238" y="4698407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detection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6146800" y="3964980"/>
            <a:ext cx="5721350" cy="1752600"/>
          </a:xfrm>
          <a:custGeom>
            <a:avLst/>
            <a:gdLst/>
            <a:ahLst/>
            <a:cxnLst/>
            <a:rect l="l" t="t" r="r" b="b"/>
            <a:pathLst>
              <a:path w="5721350" h="1752600">
                <a:moveTo>
                  <a:pt x="95254" y="0"/>
                </a:moveTo>
                <a:lnTo>
                  <a:pt x="5626096" y="0"/>
                </a:lnTo>
                <a:cubicBezTo>
                  <a:pt x="5678703" y="0"/>
                  <a:pt x="5721350" y="42647"/>
                  <a:pt x="5721350" y="95254"/>
                </a:cubicBezTo>
                <a:lnTo>
                  <a:pt x="5721350" y="1657346"/>
                </a:lnTo>
                <a:cubicBezTo>
                  <a:pt x="5721350" y="1709953"/>
                  <a:pt x="5678703" y="1752600"/>
                  <a:pt x="5626096" y="1752600"/>
                </a:cubicBezTo>
                <a:lnTo>
                  <a:pt x="95254" y="1752600"/>
                </a:lnTo>
                <a:cubicBezTo>
                  <a:pt x="42647" y="1752600"/>
                  <a:pt x="0" y="1709953"/>
                  <a:pt x="0" y="1657346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6253162" y="4095157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61516" y="21828"/>
                </a:moveTo>
                <a:lnTo>
                  <a:pt x="81359" y="21828"/>
                </a:lnTo>
                <a:lnTo>
                  <a:pt x="81359" y="33734"/>
                </a:lnTo>
                <a:lnTo>
                  <a:pt x="61516" y="33734"/>
                </a:lnTo>
                <a:lnTo>
                  <a:pt x="61516" y="21828"/>
                </a:lnTo>
                <a:close/>
                <a:moveTo>
                  <a:pt x="59531" y="7938"/>
                </a:moveTo>
                <a:cubicBezTo>
                  <a:pt x="52958" y="7938"/>
                  <a:pt x="47625" y="13271"/>
                  <a:pt x="47625" y="19844"/>
                </a:cubicBezTo>
                <a:lnTo>
                  <a:pt x="47625" y="35719"/>
                </a:lnTo>
                <a:cubicBezTo>
                  <a:pt x="47625" y="42292"/>
                  <a:pt x="52958" y="47625"/>
                  <a:pt x="59531" y="47625"/>
                </a:cubicBezTo>
                <a:lnTo>
                  <a:pt x="63500" y="47625"/>
                </a:lnTo>
                <a:lnTo>
                  <a:pt x="63500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31750" y="71438"/>
                </a:lnTo>
                <a:lnTo>
                  <a:pt x="31750" y="79375"/>
                </a:lnTo>
                <a:lnTo>
                  <a:pt x="27781" y="79375"/>
                </a:lnTo>
                <a:cubicBezTo>
                  <a:pt x="21208" y="79375"/>
                  <a:pt x="15875" y="84708"/>
                  <a:pt x="15875" y="91281"/>
                </a:cubicBezTo>
                <a:lnTo>
                  <a:pt x="15875" y="107156"/>
                </a:lnTo>
                <a:cubicBezTo>
                  <a:pt x="15875" y="113729"/>
                  <a:pt x="21208" y="119063"/>
                  <a:pt x="27781" y="119063"/>
                </a:cubicBezTo>
                <a:lnTo>
                  <a:pt x="51594" y="119063"/>
                </a:lnTo>
                <a:cubicBezTo>
                  <a:pt x="58167" y="119063"/>
                  <a:pt x="63500" y="113729"/>
                  <a:pt x="63500" y="107156"/>
                </a:cubicBezTo>
                <a:lnTo>
                  <a:pt x="63500" y="91281"/>
                </a:lnTo>
                <a:cubicBezTo>
                  <a:pt x="63500" y="84708"/>
                  <a:pt x="58167" y="79375"/>
                  <a:pt x="51594" y="79375"/>
                </a:cubicBezTo>
                <a:lnTo>
                  <a:pt x="47625" y="79375"/>
                </a:lnTo>
                <a:lnTo>
                  <a:pt x="47625" y="71438"/>
                </a:lnTo>
                <a:lnTo>
                  <a:pt x="95250" y="71438"/>
                </a:lnTo>
                <a:lnTo>
                  <a:pt x="95250" y="79375"/>
                </a:lnTo>
                <a:lnTo>
                  <a:pt x="91281" y="79375"/>
                </a:lnTo>
                <a:cubicBezTo>
                  <a:pt x="84708" y="79375"/>
                  <a:pt x="79375" y="84708"/>
                  <a:pt x="79375" y="91281"/>
                </a:cubicBezTo>
                <a:lnTo>
                  <a:pt x="79375" y="107156"/>
                </a:lnTo>
                <a:cubicBezTo>
                  <a:pt x="79375" y="113729"/>
                  <a:pt x="84708" y="119063"/>
                  <a:pt x="91281" y="119063"/>
                </a:cubicBezTo>
                <a:lnTo>
                  <a:pt x="115094" y="119063"/>
                </a:lnTo>
                <a:cubicBezTo>
                  <a:pt x="121667" y="119063"/>
                  <a:pt x="127000" y="113729"/>
                  <a:pt x="127000" y="107156"/>
                </a:cubicBezTo>
                <a:lnTo>
                  <a:pt x="127000" y="91281"/>
                </a:lnTo>
                <a:cubicBezTo>
                  <a:pt x="127000" y="84708"/>
                  <a:pt x="121667" y="79375"/>
                  <a:pt x="115094" y="79375"/>
                </a:cubicBezTo>
                <a:lnTo>
                  <a:pt x="111125" y="79375"/>
                </a:lnTo>
                <a:lnTo>
                  <a:pt x="111125" y="71438"/>
                </a:lnTo>
                <a:lnTo>
                  <a:pt x="134938" y="71438"/>
                </a:lnTo>
                <a:cubicBezTo>
                  <a:pt x="139328" y="71438"/>
                  <a:pt x="142875" y="67890"/>
                  <a:pt x="142875" y="63500"/>
                </a:cubicBezTo>
                <a:cubicBezTo>
                  <a:pt x="142875" y="59110"/>
                  <a:pt x="139328" y="55563"/>
                  <a:pt x="134938" y="55563"/>
                </a:cubicBezTo>
                <a:lnTo>
                  <a:pt x="79375" y="55563"/>
                </a:lnTo>
                <a:lnTo>
                  <a:pt x="79375" y="47625"/>
                </a:lnTo>
                <a:lnTo>
                  <a:pt x="83344" y="47625"/>
                </a:lnTo>
                <a:cubicBezTo>
                  <a:pt x="89917" y="47625"/>
                  <a:pt x="95250" y="42292"/>
                  <a:pt x="95250" y="35719"/>
                </a:cubicBezTo>
                <a:lnTo>
                  <a:pt x="95250" y="19844"/>
                </a:lnTo>
                <a:cubicBezTo>
                  <a:pt x="95250" y="13271"/>
                  <a:pt x="89917" y="7938"/>
                  <a:pt x="83344" y="7938"/>
                </a:cubicBezTo>
                <a:lnTo>
                  <a:pt x="59531" y="7938"/>
                </a:lnTo>
                <a:close/>
                <a:moveTo>
                  <a:pt x="111125" y="93266"/>
                </a:moveTo>
                <a:lnTo>
                  <a:pt x="113109" y="93266"/>
                </a:lnTo>
                <a:lnTo>
                  <a:pt x="113109" y="105172"/>
                </a:lnTo>
                <a:lnTo>
                  <a:pt x="93266" y="105172"/>
                </a:lnTo>
                <a:lnTo>
                  <a:pt x="93266" y="93266"/>
                </a:lnTo>
                <a:lnTo>
                  <a:pt x="111125" y="93266"/>
                </a:lnTo>
                <a:close/>
                <a:moveTo>
                  <a:pt x="47625" y="93266"/>
                </a:moveTo>
                <a:lnTo>
                  <a:pt x="49609" y="93266"/>
                </a:lnTo>
                <a:lnTo>
                  <a:pt x="49609" y="105172"/>
                </a:lnTo>
                <a:lnTo>
                  <a:pt x="29766" y="105172"/>
                </a:lnTo>
                <a:lnTo>
                  <a:pt x="29766" y="93266"/>
                </a:lnTo>
                <a:lnTo>
                  <a:pt x="47625" y="93266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6403975" y="4063407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Protocols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6245225" y="4317407"/>
            <a:ext cx="5524500" cy="412750"/>
          </a:xfrm>
          <a:custGeom>
            <a:avLst/>
            <a:gdLst/>
            <a:ahLst/>
            <a:cxnLst/>
            <a:rect l="l" t="t" r="r" b="b"/>
            <a:pathLst>
              <a:path w="5524500" h="412750">
                <a:moveTo>
                  <a:pt x="63502" y="0"/>
                </a:moveTo>
                <a:lnTo>
                  <a:pt x="5460998" y="0"/>
                </a:lnTo>
                <a:cubicBezTo>
                  <a:pt x="5496069" y="0"/>
                  <a:pt x="5524500" y="28431"/>
                  <a:pt x="5524500" y="63502"/>
                </a:cubicBezTo>
                <a:lnTo>
                  <a:pt x="5524500" y="349248"/>
                </a:lnTo>
                <a:cubicBezTo>
                  <a:pt x="5524500" y="384319"/>
                  <a:pt x="5496069" y="412750"/>
                  <a:pt x="54609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1" name="Shape 109"/>
          <p:cNvSpPr/>
          <p:nvPr/>
        </p:nvSpPr>
        <p:spPr>
          <a:xfrm>
            <a:off x="6316662" y="4460181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23812"/>
                </a:moveTo>
                <a:cubicBezTo>
                  <a:pt x="48890" y="23812"/>
                  <a:pt x="28476" y="32742"/>
                  <a:pt x="13469" y="47278"/>
                </a:cubicBezTo>
                <a:cubicBezTo>
                  <a:pt x="10319" y="50329"/>
                  <a:pt x="5283" y="50254"/>
                  <a:pt x="2257" y="47104"/>
                </a:cubicBezTo>
                <a:cubicBezTo>
                  <a:pt x="-769" y="43954"/>
                  <a:pt x="-719" y="38919"/>
                  <a:pt x="2431" y="35892"/>
                </a:cubicBezTo>
                <a:cubicBezTo>
                  <a:pt x="20265" y="18579"/>
                  <a:pt x="44624" y="7938"/>
                  <a:pt x="71438" y="7938"/>
                </a:cubicBezTo>
                <a:cubicBezTo>
                  <a:pt x="98251" y="7938"/>
                  <a:pt x="122610" y="18579"/>
                  <a:pt x="140469" y="35892"/>
                </a:cubicBezTo>
                <a:cubicBezTo>
                  <a:pt x="143619" y="38943"/>
                  <a:pt x="143694" y="43979"/>
                  <a:pt x="140643" y="47104"/>
                </a:cubicBezTo>
                <a:cubicBezTo>
                  <a:pt x="137592" y="50229"/>
                  <a:pt x="132556" y="50329"/>
                  <a:pt x="129431" y="47278"/>
                </a:cubicBezTo>
                <a:cubicBezTo>
                  <a:pt x="114399" y="32742"/>
                  <a:pt x="93985" y="23812"/>
                  <a:pt x="71438" y="23812"/>
                </a:cubicBezTo>
                <a:close/>
                <a:moveTo>
                  <a:pt x="59531" y="107156"/>
                </a:moveTo>
                <a:cubicBezTo>
                  <a:pt x="59531" y="100585"/>
                  <a:pt x="64866" y="95250"/>
                  <a:pt x="71438" y="95250"/>
                </a:cubicBezTo>
                <a:cubicBezTo>
                  <a:pt x="78009" y="95250"/>
                  <a:pt x="83344" y="100585"/>
                  <a:pt x="83344" y="107156"/>
                </a:cubicBezTo>
                <a:cubicBezTo>
                  <a:pt x="83344" y="113727"/>
                  <a:pt x="78009" y="119063"/>
                  <a:pt x="71438" y="119063"/>
                </a:cubicBezTo>
                <a:cubicBezTo>
                  <a:pt x="64866" y="119063"/>
                  <a:pt x="59531" y="113727"/>
                  <a:pt x="59531" y="107156"/>
                </a:cubicBezTo>
                <a:close/>
                <a:moveTo>
                  <a:pt x="41672" y="80913"/>
                </a:moveTo>
                <a:cubicBezTo>
                  <a:pt x="38770" y="84212"/>
                  <a:pt x="33759" y="84510"/>
                  <a:pt x="30460" y="81607"/>
                </a:cubicBezTo>
                <a:cubicBezTo>
                  <a:pt x="27161" y="78705"/>
                  <a:pt x="26863" y="73695"/>
                  <a:pt x="29766" y="70396"/>
                </a:cubicBezTo>
                <a:cubicBezTo>
                  <a:pt x="39936" y="58886"/>
                  <a:pt x="54843" y="51594"/>
                  <a:pt x="71438" y="51594"/>
                </a:cubicBezTo>
                <a:cubicBezTo>
                  <a:pt x="88032" y="51594"/>
                  <a:pt x="102939" y="58886"/>
                  <a:pt x="113109" y="70396"/>
                </a:cubicBezTo>
                <a:cubicBezTo>
                  <a:pt x="116012" y="73695"/>
                  <a:pt x="115689" y="78705"/>
                  <a:pt x="112415" y="81607"/>
                </a:cubicBezTo>
                <a:cubicBezTo>
                  <a:pt x="109141" y="84510"/>
                  <a:pt x="104105" y="84187"/>
                  <a:pt x="101203" y="80913"/>
                </a:cubicBezTo>
                <a:cubicBezTo>
                  <a:pt x="93911" y="72653"/>
                  <a:pt x="83294" y="67469"/>
                  <a:pt x="71438" y="67469"/>
                </a:cubicBezTo>
                <a:cubicBezTo>
                  <a:pt x="59581" y="67469"/>
                  <a:pt x="48964" y="72653"/>
                  <a:pt x="41672" y="8091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6562725" y="4380907"/>
            <a:ext cx="149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6562725" y="4539657"/>
            <a:ext cx="148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 sensors (ESP32/ESP8266)</a:t>
            </a:r>
            <a:endParaRPr lang="en-US" sz="1600" dirty="0"/>
          </a:p>
        </p:txBody>
      </p:sp>
      <p:sp>
        <p:nvSpPr>
          <p:cNvPr id="114" name="Shape 112"/>
          <p:cNvSpPr/>
          <p:nvPr/>
        </p:nvSpPr>
        <p:spPr>
          <a:xfrm>
            <a:off x="6245225" y="4761806"/>
            <a:ext cx="5524500" cy="412750"/>
          </a:xfrm>
          <a:custGeom>
            <a:avLst/>
            <a:gdLst/>
            <a:ahLst/>
            <a:cxnLst/>
            <a:rect l="l" t="t" r="r" b="b"/>
            <a:pathLst>
              <a:path w="5524500" h="412750">
                <a:moveTo>
                  <a:pt x="63502" y="0"/>
                </a:moveTo>
                <a:lnTo>
                  <a:pt x="5460998" y="0"/>
                </a:lnTo>
                <a:cubicBezTo>
                  <a:pt x="5496069" y="0"/>
                  <a:pt x="5524500" y="28431"/>
                  <a:pt x="5524500" y="63502"/>
                </a:cubicBezTo>
                <a:lnTo>
                  <a:pt x="5524500" y="349248"/>
                </a:lnTo>
                <a:cubicBezTo>
                  <a:pt x="5524500" y="384319"/>
                  <a:pt x="5496069" y="412750"/>
                  <a:pt x="54609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5" name="Shape 113"/>
          <p:cNvSpPr/>
          <p:nvPr/>
        </p:nvSpPr>
        <p:spPr>
          <a:xfrm>
            <a:off x="6324600" y="490458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55563"/>
                </a:moveTo>
                <a:lnTo>
                  <a:pt x="0" y="103188"/>
                </a:lnTo>
                <a:cubicBezTo>
                  <a:pt x="0" y="107578"/>
                  <a:pt x="3547" y="111125"/>
                  <a:pt x="7938" y="111125"/>
                </a:cubicBezTo>
                <a:lnTo>
                  <a:pt x="15875" y="111125"/>
                </a:lnTo>
                <a:lnTo>
                  <a:pt x="15875" y="85328"/>
                </a:lnTo>
                <a:cubicBezTo>
                  <a:pt x="15875" y="82029"/>
                  <a:pt x="18529" y="79375"/>
                  <a:pt x="21828" y="79375"/>
                </a:cubicBezTo>
                <a:cubicBezTo>
                  <a:pt x="25127" y="79375"/>
                  <a:pt x="27781" y="82029"/>
                  <a:pt x="27781" y="85328"/>
                </a:cubicBezTo>
                <a:lnTo>
                  <a:pt x="27781" y="111125"/>
                </a:lnTo>
                <a:lnTo>
                  <a:pt x="43656" y="111125"/>
                </a:lnTo>
                <a:lnTo>
                  <a:pt x="43656" y="85328"/>
                </a:lnTo>
                <a:cubicBezTo>
                  <a:pt x="43656" y="82029"/>
                  <a:pt x="46310" y="79375"/>
                  <a:pt x="49609" y="79375"/>
                </a:cubicBezTo>
                <a:cubicBezTo>
                  <a:pt x="52908" y="79375"/>
                  <a:pt x="55563" y="82029"/>
                  <a:pt x="55563" y="85328"/>
                </a:cubicBezTo>
                <a:lnTo>
                  <a:pt x="55563" y="111125"/>
                </a:lnTo>
                <a:lnTo>
                  <a:pt x="71438" y="111125"/>
                </a:lnTo>
                <a:lnTo>
                  <a:pt x="71438" y="85328"/>
                </a:lnTo>
                <a:cubicBezTo>
                  <a:pt x="71438" y="82029"/>
                  <a:pt x="74092" y="79375"/>
                  <a:pt x="77391" y="79375"/>
                </a:cubicBezTo>
                <a:cubicBezTo>
                  <a:pt x="80690" y="79375"/>
                  <a:pt x="83344" y="82029"/>
                  <a:pt x="83344" y="85328"/>
                </a:cubicBezTo>
                <a:lnTo>
                  <a:pt x="83344" y="111125"/>
                </a:lnTo>
                <a:lnTo>
                  <a:pt x="99219" y="111125"/>
                </a:lnTo>
                <a:lnTo>
                  <a:pt x="99219" y="85328"/>
                </a:lnTo>
                <a:cubicBezTo>
                  <a:pt x="99219" y="82029"/>
                  <a:pt x="101873" y="79375"/>
                  <a:pt x="105172" y="79375"/>
                </a:cubicBezTo>
                <a:cubicBezTo>
                  <a:pt x="108471" y="79375"/>
                  <a:pt x="111125" y="82029"/>
                  <a:pt x="111125" y="85328"/>
                </a:cubicBezTo>
                <a:lnTo>
                  <a:pt x="111125" y="111125"/>
                </a:ln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lnTo>
                  <a:pt x="127000" y="55563"/>
                </a:lnTo>
                <a:cubicBezTo>
                  <a:pt x="127000" y="51172"/>
                  <a:pt x="123453" y="47625"/>
                  <a:pt x="119063" y="47625"/>
                </a:cubicBezTo>
                <a:lnTo>
                  <a:pt x="111125" y="47625"/>
                </a:lnTo>
                <a:lnTo>
                  <a:pt x="111125" y="39688"/>
                </a:lnTo>
                <a:cubicBezTo>
                  <a:pt x="111125" y="35297"/>
                  <a:pt x="107578" y="31750"/>
                  <a:pt x="103188" y="31750"/>
                </a:cubicBezTo>
                <a:lnTo>
                  <a:pt x="95250" y="31750"/>
                </a:lnTo>
                <a:lnTo>
                  <a:pt x="95250" y="23812"/>
                </a:lnTo>
                <a:cubicBezTo>
                  <a:pt x="95250" y="19422"/>
                  <a:pt x="91703" y="15875"/>
                  <a:pt x="87313" y="15875"/>
                </a:cubicBezTo>
                <a:lnTo>
                  <a:pt x="39688" y="15875"/>
                </a:lnTo>
                <a:cubicBezTo>
                  <a:pt x="35297" y="15875"/>
                  <a:pt x="31750" y="19422"/>
                  <a:pt x="31750" y="23812"/>
                </a:cubicBezTo>
                <a:lnTo>
                  <a:pt x="31750" y="31750"/>
                </a:lnTo>
                <a:lnTo>
                  <a:pt x="23812" y="31750"/>
                </a:lnTo>
                <a:cubicBezTo>
                  <a:pt x="19422" y="31750"/>
                  <a:pt x="15875" y="35297"/>
                  <a:pt x="15875" y="39688"/>
                </a:cubicBezTo>
                <a:lnTo>
                  <a:pt x="15875" y="47625"/>
                </a:lnTo>
                <a:lnTo>
                  <a:pt x="7938" y="47625"/>
                </a:lnTo>
                <a:cubicBezTo>
                  <a:pt x="3547" y="47625"/>
                  <a:pt x="0" y="51172"/>
                  <a:pt x="0" y="5556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6562725" y="4825306"/>
            <a:ext cx="117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Modbus TCP</a:t>
            </a:r>
            <a:endParaRPr lang="en-US" sz="1600" dirty="0"/>
          </a:p>
        </p:txBody>
      </p:sp>
      <p:sp>
        <p:nvSpPr>
          <p:cNvPr id="117" name="Text 115"/>
          <p:cNvSpPr/>
          <p:nvPr/>
        </p:nvSpPr>
        <p:spPr>
          <a:xfrm>
            <a:off x="6562725" y="4984056"/>
            <a:ext cx="1166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Industrial HVAC controllers</a:t>
            </a:r>
            <a:endParaRPr lang="en-US" sz="1600" dirty="0"/>
          </a:p>
        </p:txBody>
      </p:sp>
      <p:sp>
        <p:nvSpPr>
          <p:cNvPr id="118" name="Shape 116"/>
          <p:cNvSpPr/>
          <p:nvPr/>
        </p:nvSpPr>
        <p:spPr>
          <a:xfrm>
            <a:off x="6245225" y="5206205"/>
            <a:ext cx="5524500" cy="412750"/>
          </a:xfrm>
          <a:custGeom>
            <a:avLst/>
            <a:gdLst/>
            <a:ahLst/>
            <a:cxnLst/>
            <a:rect l="l" t="t" r="r" b="b"/>
            <a:pathLst>
              <a:path w="5524500" h="412750">
                <a:moveTo>
                  <a:pt x="63502" y="0"/>
                </a:moveTo>
                <a:lnTo>
                  <a:pt x="5460998" y="0"/>
                </a:lnTo>
                <a:cubicBezTo>
                  <a:pt x="5496069" y="0"/>
                  <a:pt x="5524500" y="28431"/>
                  <a:pt x="5524500" y="63502"/>
                </a:cubicBezTo>
                <a:lnTo>
                  <a:pt x="5524500" y="349248"/>
                </a:lnTo>
                <a:cubicBezTo>
                  <a:pt x="5524500" y="384319"/>
                  <a:pt x="5496069" y="412750"/>
                  <a:pt x="54609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9" name="Shape 117"/>
          <p:cNvSpPr/>
          <p:nvPr/>
        </p:nvSpPr>
        <p:spPr>
          <a:xfrm>
            <a:off x="6316662" y="5348984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23812"/>
                </a:moveTo>
                <a:cubicBezTo>
                  <a:pt x="48890" y="23812"/>
                  <a:pt x="28476" y="32742"/>
                  <a:pt x="13469" y="47278"/>
                </a:cubicBezTo>
                <a:cubicBezTo>
                  <a:pt x="10319" y="50329"/>
                  <a:pt x="5283" y="50254"/>
                  <a:pt x="2257" y="47104"/>
                </a:cubicBezTo>
                <a:cubicBezTo>
                  <a:pt x="-769" y="43954"/>
                  <a:pt x="-719" y="38919"/>
                  <a:pt x="2431" y="35892"/>
                </a:cubicBezTo>
                <a:cubicBezTo>
                  <a:pt x="20265" y="18579"/>
                  <a:pt x="44624" y="7938"/>
                  <a:pt x="71438" y="7938"/>
                </a:cubicBezTo>
                <a:cubicBezTo>
                  <a:pt x="98251" y="7938"/>
                  <a:pt x="122610" y="18579"/>
                  <a:pt x="140469" y="35892"/>
                </a:cubicBezTo>
                <a:cubicBezTo>
                  <a:pt x="143619" y="38943"/>
                  <a:pt x="143694" y="43979"/>
                  <a:pt x="140643" y="47104"/>
                </a:cubicBezTo>
                <a:cubicBezTo>
                  <a:pt x="137592" y="50229"/>
                  <a:pt x="132556" y="50329"/>
                  <a:pt x="129431" y="47278"/>
                </a:cubicBezTo>
                <a:cubicBezTo>
                  <a:pt x="114399" y="32742"/>
                  <a:pt x="93985" y="23812"/>
                  <a:pt x="71438" y="23812"/>
                </a:cubicBezTo>
                <a:close/>
                <a:moveTo>
                  <a:pt x="59531" y="107156"/>
                </a:moveTo>
                <a:cubicBezTo>
                  <a:pt x="59531" y="100585"/>
                  <a:pt x="64866" y="95250"/>
                  <a:pt x="71438" y="95250"/>
                </a:cubicBezTo>
                <a:cubicBezTo>
                  <a:pt x="78009" y="95250"/>
                  <a:pt x="83344" y="100585"/>
                  <a:pt x="83344" y="107156"/>
                </a:cubicBezTo>
                <a:cubicBezTo>
                  <a:pt x="83344" y="113727"/>
                  <a:pt x="78009" y="119063"/>
                  <a:pt x="71438" y="119063"/>
                </a:cubicBezTo>
                <a:cubicBezTo>
                  <a:pt x="64866" y="119063"/>
                  <a:pt x="59531" y="113727"/>
                  <a:pt x="59531" y="107156"/>
                </a:cubicBezTo>
                <a:close/>
                <a:moveTo>
                  <a:pt x="41672" y="80913"/>
                </a:moveTo>
                <a:cubicBezTo>
                  <a:pt x="38770" y="84212"/>
                  <a:pt x="33759" y="84510"/>
                  <a:pt x="30460" y="81607"/>
                </a:cubicBezTo>
                <a:cubicBezTo>
                  <a:pt x="27161" y="78705"/>
                  <a:pt x="26863" y="73695"/>
                  <a:pt x="29766" y="70396"/>
                </a:cubicBezTo>
                <a:cubicBezTo>
                  <a:pt x="39936" y="58886"/>
                  <a:pt x="54843" y="51594"/>
                  <a:pt x="71438" y="51594"/>
                </a:cubicBezTo>
                <a:cubicBezTo>
                  <a:pt x="88032" y="51594"/>
                  <a:pt x="102939" y="58886"/>
                  <a:pt x="113109" y="70396"/>
                </a:cubicBezTo>
                <a:cubicBezTo>
                  <a:pt x="116012" y="73695"/>
                  <a:pt x="115689" y="78705"/>
                  <a:pt x="112415" y="81607"/>
                </a:cubicBezTo>
                <a:cubicBezTo>
                  <a:pt x="109141" y="84510"/>
                  <a:pt x="104105" y="84187"/>
                  <a:pt x="101203" y="80913"/>
                </a:cubicBezTo>
                <a:cubicBezTo>
                  <a:pt x="93911" y="72653"/>
                  <a:pt x="83294" y="67469"/>
                  <a:pt x="71438" y="67469"/>
                </a:cubicBezTo>
                <a:cubicBezTo>
                  <a:pt x="59581" y="67469"/>
                  <a:pt x="48964" y="72653"/>
                  <a:pt x="41672" y="8091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6562725" y="5269705"/>
            <a:ext cx="952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WiFi</a:t>
            </a:r>
            <a:endParaRPr lang="en-US" sz="1600" dirty="0"/>
          </a:p>
        </p:txBody>
      </p:sp>
      <p:sp>
        <p:nvSpPr>
          <p:cNvPr id="121" name="Text 119"/>
          <p:cNvSpPr/>
          <p:nvPr/>
        </p:nvSpPr>
        <p:spPr>
          <a:xfrm>
            <a:off x="6562725" y="5428455"/>
            <a:ext cx="94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2.4 GHz local network</a:t>
            </a:r>
            <a:endParaRPr lang="en-US" sz="1600" dirty="0"/>
          </a:p>
        </p:txBody>
      </p:sp>
      <p:sp>
        <p:nvSpPr>
          <p:cNvPr id="122" name="Shape 120"/>
          <p:cNvSpPr/>
          <p:nvPr/>
        </p:nvSpPr>
        <p:spPr>
          <a:xfrm>
            <a:off x="320675" y="5818882"/>
            <a:ext cx="11547475" cy="736600"/>
          </a:xfrm>
          <a:custGeom>
            <a:avLst/>
            <a:gdLst/>
            <a:ahLst/>
            <a:cxnLst/>
            <a:rect l="l" t="t" r="r" b="b"/>
            <a:pathLst>
              <a:path w="11547475" h="736600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641350"/>
                </a:lnTo>
                <a:cubicBezTo>
                  <a:pt x="11547475" y="693955"/>
                  <a:pt x="11504830" y="736600"/>
                  <a:pt x="11452225" y="736600"/>
                </a:cubicBezTo>
                <a:lnTo>
                  <a:pt x="95250" y="736600"/>
                </a:lnTo>
                <a:cubicBezTo>
                  <a:pt x="42680" y="736600"/>
                  <a:pt x="0" y="693920"/>
                  <a:pt x="0" y="641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391319" y="5917309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Cost/Room</a:t>
            </a:r>
            <a:endParaRPr lang="en-US" sz="1600" dirty="0"/>
          </a:p>
        </p:txBody>
      </p:sp>
      <p:sp>
        <p:nvSpPr>
          <p:cNvPr id="124" name="Text 122"/>
          <p:cNvSpPr/>
          <p:nvPr/>
        </p:nvSpPr>
        <p:spPr>
          <a:xfrm>
            <a:off x="371475" y="6107805"/>
            <a:ext cx="284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₹6,700</a:t>
            </a:r>
            <a:endParaRPr lang="en-US" sz="1600" dirty="0"/>
          </a:p>
        </p:txBody>
      </p:sp>
      <p:sp>
        <p:nvSpPr>
          <p:cNvPr id="125" name="Text 123"/>
          <p:cNvSpPr/>
          <p:nvPr/>
        </p:nvSpPr>
        <p:spPr>
          <a:xfrm>
            <a:off x="3261519" y="5917309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Wiring &amp; Installation</a:t>
            </a:r>
            <a:endParaRPr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3241675" y="6107805"/>
            <a:ext cx="284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₹2K-3K/room</a:t>
            </a:r>
            <a:endParaRPr lang="en-US" sz="1600" dirty="0"/>
          </a:p>
        </p:txBody>
      </p:sp>
      <p:sp>
        <p:nvSpPr>
          <p:cNvPr id="127" name="Text 125"/>
          <p:cNvSpPr/>
          <p:nvPr/>
        </p:nvSpPr>
        <p:spPr>
          <a:xfrm>
            <a:off x="6131719" y="5917309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(25 rooms)</a:t>
            </a:r>
            <a:endParaRPr lang="en-US" sz="1600" dirty="0"/>
          </a:p>
        </p:txBody>
      </p:sp>
      <p:sp>
        <p:nvSpPr>
          <p:cNvPr id="128" name="Text 126"/>
          <p:cNvSpPr/>
          <p:nvPr/>
        </p:nvSpPr>
        <p:spPr>
          <a:xfrm>
            <a:off x="6111875" y="6107805"/>
            <a:ext cx="284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₹50K-75K</a:t>
            </a:r>
            <a:endParaRPr lang="en-US" sz="1600" dirty="0"/>
          </a:p>
        </p:txBody>
      </p:sp>
      <p:sp>
        <p:nvSpPr>
          <p:cNvPr id="129" name="Text 127"/>
          <p:cNvSpPr/>
          <p:nvPr/>
        </p:nvSpPr>
        <p:spPr>
          <a:xfrm>
            <a:off x="9001919" y="5917309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Compatibility</a:t>
            </a:r>
            <a:endParaRPr lang="en-US" sz="1600" dirty="0"/>
          </a:p>
        </p:txBody>
      </p:sp>
      <p:sp>
        <p:nvSpPr>
          <p:cNvPr id="130" name="Text 128"/>
          <p:cNvSpPr/>
          <p:nvPr/>
        </p:nvSpPr>
        <p:spPr>
          <a:xfrm>
            <a:off x="8993981" y="6107805"/>
            <a:ext cx="281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Sensor Brand</a:t>
            </a:r>
            <a:endParaRPr lang="en-US" sz="1600" dirty="0"/>
          </a:p>
        </p:txBody>
      </p:sp>
      <p:sp>
        <p:nvSpPr>
          <p:cNvPr id="131" name="Text 129"/>
          <p:cNvSpPr/>
          <p:nvPr/>
        </p:nvSpPr>
        <p:spPr>
          <a:xfrm>
            <a:off x="9005887" y="6330055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MQTT/Modbus standard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5727" y="46831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44648"/>
                </a:lnTo>
                <a:cubicBezTo>
                  <a:pt x="0" y="54499"/>
                  <a:pt x="8009" y="62508"/>
                  <a:pt x="17859" y="62508"/>
                </a:cubicBezTo>
                <a:lnTo>
                  <a:pt x="107156" y="62508"/>
                </a:lnTo>
                <a:cubicBezTo>
                  <a:pt x="117007" y="62508"/>
                  <a:pt x="125016" y="54499"/>
                  <a:pt x="125016" y="44648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78135" y="29021"/>
                </a:moveTo>
                <a:cubicBezTo>
                  <a:pt x="81831" y="29021"/>
                  <a:pt x="84832" y="32022"/>
                  <a:pt x="84832" y="35719"/>
                </a:cubicBezTo>
                <a:cubicBezTo>
                  <a:pt x="84832" y="39415"/>
                  <a:pt x="81831" y="42416"/>
                  <a:pt x="78135" y="42416"/>
                </a:cubicBezTo>
                <a:cubicBezTo>
                  <a:pt x="74438" y="42416"/>
                  <a:pt x="71438" y="39415"/>
                  <a:pt x="71438" y="35719"/>
                </a:cubicBezTo>
                <a:cubicBezTo>
                  <a:pt x="71438" y="32022"/>
                  <a:pt x="74438" y="29021"/>
                  <a:pt x="78135" y="29021"/>
                </a:cubicBezTo>
                <a:close/>
                <a:moveTo>
                  <a:pt x="93762" y="35719"/>
                </a:moveTo>
                <a:cubicBezTo>
                  <a:pt x="93762" y="32022"/>
                  <a:pt x="96763" y="29021"/>
                  <a:pt x="100459" y="29021"/>
                </a:cubicBezTo>
                <a:cubicBezTo>
                  <a:pt x="104155" y="29021"/>
                  <a:pt x="107156" y="32022"/>
                  <a:pt x="107156" y="35719"/>
                </a:cubicBezTo>
                <a:cubicBezTo>
                  <a:pt x="107156" y="39415"/>
                  <a:pt x="104155" y="42416"/>
                  <a:pt x="100459" y="42416"/>
                </a:cubicBezTo>
                <a:cubicBezTo>
                  <a:pt x="96763" y="42416"/>
                  <a:pt x="93762" y="39415"/>
                  <a:pt x="93762" y="35719"/>
                </a:cubicBezTo>
                <a:close/>
                <a:moveTo>
                  <a:pt x="17859" y="80367"/>
                </a:moveTo>
                <a:cubicBezTo>
                  <a:pt x="8009" y="80367"/>
                  <a:pt x="0" y="88376"/>
                  <a:pt x="0" y="98227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98227"/>
                </a:lnTo>
                <a:cubicBezTo>
                  <a:pt x="125016" y="88376"/>
                  <a:pt x="117007" y="80367"/>
                  <a:pt x="107156" y="80367"/>
                </a:cubicBezTo>
                <a:lnTo>
                  <a:pt x="17859" y="80367"/>
                </a:lnTo>
                <a:close/>
                <a:moveTo>
                  <a:pt x="78135" y="100459"/>
                </a:moveTo>
                <a:cubicBezTo>
                  <a:pt x="81831" y="100459"/>
                  <a:pt x="84832" y="103460"/>
                  <a:pt x="84832" y="107156"/>
                </a:cubicBezTo>
                <a:cubicBezTo>
                  <a:pt x="84832" y="110853"/>
                  <a:pt x="81831" y="113854"/>
                  <a:pt x="78135" y="113854"/>
                </a:cubicBezTo>
                <a:cubicBezTo>
                  <a:pt x="74438" y="113854"/>
                  <a:pt x="71438" y="110853"/>
                  <a:pt x="71438" y="107156"/>
                </a:cubicBezTo>
                <a:cubicBezTo>
                  <a:pt x="71438" y="103460"/>
                  <a:pt x="74438" y="100459"/>
                  <a:pt x="78135" y="100459"/>
                </a:cubicBezTo>
                <a:close/>
                <a:moveTo>
                  <a:pt x="93762" y="107156"/>
                </a:moveTo>
                <a:cubicBezTo>
                  <a:pt x="93762" y="103460"/>
                  <a:pt x="96763" y="100459"/>
                  <a:pt x="100459" y="100459"/>
                </a:cubicBezTo>
                <a:cubicBezTo>
                  <a:pt x="104155" y="100459"/>
                  <a:pt x="107156" y="103460"/>
                  <a:pt x="107156" y="107156"/>
                </a:cubicBezTo>
                <a:cubicBezTo>
                  <a:pt x="107156" y="110853"/>
                  <a:pt x="104155" y="113854"/>
                  <a:pt x="100459" y="113854"/>
                </a:cubicBezTo>
                <a:cubicBezTo>
                  <a:pt x="96763" y="113854"/>
                  <a:pt x="93762" y="110853"/>
                  <a:pt x="93762" y="10715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336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Server-Side Technology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(Python) architecture with 50+ REST API endpoints and microservices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5705475" cy="3546475"/>
          </a:xfrm>
          <a:custGeom>
            <a:avLst/>
            <a:gdLst/>
            <a:ahLst/>
            <a:cxnLst/>
            <a:rect l="l" t="t" r="r" b="b"/>
            <a:pathLst>
              <a:path w="5705475" h="3546475">
                <a:moveTo>
                  <a:pt x="95258" y="0"/>
                </a:moveTo>
                <a:lnTo>
                  <a:pt x="5610217" y="0"/>
                </a:lnTo>
                <a:cubicBezTo>
                  <a:pt x="5662826" y="0"/>
                  <a:pt x="5705475" y="42649"/>
                  <a:pt x="5705475" y="95258"/>
                </a:cubicBezTo>
                <a:lnTo>
                  <a:pt x="5705475" y="3451217"/>
                </a:lnTo>
                <a:cubicBezTo>
                  <a:pt x="5705475" y="3503826"/>
                  <a:pt x="5662826" y="3546475"/>
                  <a:pt x="5610217" y="3546475"/>
                </a:cubicBezTo>
                <a:lnTo>
                  <a:pt x="95258" y="3546475"/>
                </a:lnTo>
                <a:cubicBezTo>
                  <a:pt x="42649" y="3546475"/>
                  <a:pt x="0" y="3503826"/>
                  <a:pt x="0" y="3451217"/>
                </a:cubicBezTo>
                <a:lnTo>
                  <a:pt x="0" y="95258"/>
                </a:lnTo>
                <a:cubicBezTo>
                  <a:pt x="0" y="42684"/>
                  <a:pt x="42684" y="0"/>
                  <a:pt x="95258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61764" y="1316036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0682" y="335"/>
                </a:moveTo>
                <a:cubicBezTo>
                  <a:pt x="95938" y="-1032"/>
                  <a:pt x="90999" y="1730"/>
                  <a:pt x="89632" y="6474"/>
                </a:cubicBezTo>
                <a:lnTo>
                  <a:pt x="53913" y="131490"/>
                </a:lnTo>
                <a:cubicBezTo>
                  <a:pt x="52546" y="136234"/>
                  <a:pt x="55308" y="141173"/>
                  <a:pt x="60052" y="142540"/>
                </a:cubicBezTo>
                <a:cubicBezTo>
                  <a:pt x="64796" y="143907"/>
                  <a:pt x="69735" y="141145"/>
                  <a:pt x="71103" y="136401"/>
                </a:cubicBezTo>
                <a:lnTo>
                  <a:pt x="106821" y="11385"/>
                </a:lnTo>
                <a:cubicBezTo>
                  <a:pt x="108189" y="6641"/>
                  <a:pt x="105426" y="1702"/>
                  <a:pt x="100682" y="335"/>
                </a:cubicBezTo>
                <a:close/>
                <a:moveTo>
                  <a:pt x="118709" y="38314"/>
                </a:moveTo>
                <a:cubicBezTo>
                  <a:pt x="115221" y="41802"/>
                  <a:pt x="115221" y="47467"/>
                  <a:pt x="118709" y="50955"/>
                </a:cubicBezTo>
                <a:lnTo>
                  <a:pt x="139192" y="71438"/>
                </a:lnTo>
                <a:lnTo>
                  <a:pt x="118709" y="91920"/>
                </a:lnTo>
                <a:cubicBezTo>
                  <a:pt x="115221" y="95408"/>
                  <a:pt x="115221" y="101073"/>
                  <a:pt x="118709" y="104561"/>
                </a:cubicBezTo>
                <a:cubicBezTo>
                  <a:pt x="122197" y="108049"/>
                  <a:pt x="127862" y="108049"/>
                  <a:pt x="131350" y="104561"/>
                </a:cubicBezTo>
                <a:lnTo>
                  <a:pt x="158139" y="77772"/>
                </a:lnTo>
                <a:cubicBezTo>
                  <a:pt x="161627" y="74284"/>
                  <a:pt x="161627" y="68619"/>
                  <a:pt x="158139" y="65131"/>
                </a:cubicBezTo>
                <a:lnTo>
                  <a:pt x="131350" y="38342"/>
                </a:lnTo>
                <a:cubicBezTo>
                  <a:pt x="127862" y="34854"/>
                  <a:pt x="122197" y="34854"/>
                  <a:pt x="118709" y="38342"/>
                </a:cubicBezTo>
                <a:close/>
                <a:moveTo>
                  <a:pt x="42053" y="38314"/>
                </a:moveTo>
                <a:cubicBezTo>
                  <a:pt x="38565" y="34826"/>
                  <a:pt x="32900" y="34826"/>
                  <a:pt x="29412" y="38314"/>
                </a:cubicBezTo>
                <a:lnTo>
                  <a:pt x="2623" y="65103"/>
                </a:lnTo>
                <a:cubicBezTo>
                  <a:pt x="-865" y="68591"/>
                  <a:pt x="-865" y="74256"/>
                  <a:pt x="2623" y="77744"/>
                </a:cubicBezTo>
                <a:lnTo>
                  <a:pt x="29412" y="104533"/>
                </a:lnTo>
                <a:cubicBezTo>
                  <a:pt x="32900" y="108021"/>
                  <a:pt x="38565" y="108021"/>
                  <a:pt x="42053" y="104533"/>
                </a:cubicBezTo>
                <a:cubicBezTo>
                  <a:pt x="45541" y="101045"/>
                  <a:pt x="45541" y="95380"/>
                  <a:pt x="42053" y="91892"/>
                </a:cubicBezTo>
                <a:lnTo>
                  <a:pt x="21571" y="71438"/>
                </a:lnTo>
                <a:lnTo>
                  <a:pt x="42025" y="50955"/>
                </a:lnTo>
                <a:cubicBezTo>
                  <a:pt x="45514" y="47467"/>
                  <a:pt x="45514" y="41802"/>
                  <a:pt x="42025" y="38314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3412" y="1276348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Framework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4025" y="1597023"/>
            <a:ext cx="5443538" cy="1149350"/>
          </a:xfrm>
          <a:custGeom>
            <a:avLst/>
            <a:gdLst/>
            <a:ahLst/>
            <a:cxnLst/>
            <a:rect l="l" t="t" r="r" b="b"/>
            <a:pathLst>
              <a:path w="5443538" h="1149350">
                <a:moveTo>
                  <a:pt x="63502" y="0"/>
                </a:moveTo>
                <a:lnTo>
                  <a:pt x="5380036" y="0"/>
                </a:lnTo>
                <a:cubicBezTo>
                  <a:pt x="5415107" y="0"/>
                  <a:pt x="5443538" y="28431"/>
                  <a:pt x="5443538" y="63502"/>
                </a:cubicBezTo>
                <a:lnTo>
                  <a:pt x="5443538" y="1085848"/>
                </a:lnTo>
                <a:cubicBezTo>
                  <a:pt x="5443537" y="1120919"/>
                  <a:pt x="5415107" y="1149350"/>
                  <a:pt x="5380036" y="1149350"/>
                </a:cubicBezTo>
                <a:lnTo>
                  <a:pt x="63502" y="1149350"/>
                </a:lnTo>
                <a:cubicBezTo>
                  <a:pt x="28431" y="1149350"/>
                  <a:pt x="0" y="1120919"/>
                  <a:pt x="0" y="1085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A9D8F">
              <a:alpha val="10196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52450" y="1695455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(Python 3.11)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2450" y="1917705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Async I/O: 5,000 req/sec with uvicorn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2450" y="2108205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Python + TypeScript (same language)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2450" y="2298705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400,000+ PyPI packages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2450" y="2489205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Native WebSocket + auto-generated OpenAPI docs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0850" y="2844803"/>
            <a:ext cx="550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Architecture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0850" y="3098803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14350" y="3162303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 (50+ endpoints)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4350" y="3320952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/api/v1/rooms, POST /api/v1/batches, PUT /api/v1/rooms/:id/hvac/setpoint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0850" y="3606702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4350" y="3670202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4350" y="3828852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sensor data every 1-5 seconds, no polling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0850" y="4114602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4350" y="4178102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Webhooks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4350" y="4336751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alerts (Twilio), email reports, notifications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62675" y="1146175"/>
            <a:ext cx="5705475" cy="1974850"/>
          </a:xfrm>
          <a:custGeom>
            <a:avLst/>
            <a:gdLst/>
            <a:ahLst/>
            <a:cxnLst/>
            <a:rect l="l" t="t" r="r" b="b"/>
            <a:pathLst>
              <a:path w="5705475" h="1974850">
                <a:moveTo>
                  <a:pt x="95247" y="0"/>
                </a:moveTo>
                <a:lnTo>
                  <a:pt x="5610228" y="0"/>
                </a:lnTo>
                <a:cubicBezTo>
                  <a:pt x="5662831" y="0"/>
                  <a:pt x="5705475" y="42644"/>
                  <a:pt x="5705475" y="95247"/>
                </a:cubicBezTo>
                <a:lnTo>
                  <a:pt x="5705475" y="1879603"/>
                </a:lnTo>
                <a:cubicBezTo>
                  <a:pt x="5705475" y="1932206"/>
                  <a:pt x="5662831" y="1974850"/>
                  <a:pt x="5610228" y="1974850"/>
                </a:cubicBezTo>
                <a:lnTo>
                  <a:pt x="95247" y="1974850"/>
                </a:lnTo>
                <a:cubicBezTo>
                  <a:pt x="42644" y="1974850"/>
                  <a:pt x="0" y="1932206"/>
                  <a:pt x="0" y="18796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308725" y="130809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51600" y="1276348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&amp; Security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92850" y="1530348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56350" y="1593848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OAuth 2.0 + JWT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6350" y="1752505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standard, 1-hour token expiry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92850" y="2038255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56350" y="2101755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Access Control (RBAC)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6350" y="2260405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ADMIN: Full | MANAGER: Assigned plants | OPERATOR: View + Ack | VIEWER: Read-only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92850" y="2546155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56350" y="2609655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6350" y="2768304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1.3 (transit) + AES-256 (at rest)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2675" y="3222327"/>
            <a:ext cx="5705475" cy="1276350"/>
          </a:xfrm>
          <a:custGeom>
            <a:avLst/>
            <a:gdLst/>
            <a:ahLst/>
            <a:cxnLst/>
            <a:rect l="l" t="t" r="r" b="b"/>
            <a:pathLst>
              <a:path w="5705475" h="1276350">
                <a:moveTo>
                  <a:pt x="95254" y="0"/>
                </a:moveTo>
                <a:lnTo>
                  <a:pt x="5610221" y="0"/>
                </a:lnTo>
                <a:cubicBezTo>
                  <a:pt x="5662828" y="0"/>
                  <a:pt x="5705475" y="42647"/>
                  <a:pt x="5705475" y="95254"/>
                </a:cubicBezTo>
                <a:lnTo>
                  <a:pt x="5705475" y="1181096"/>
                </a:lnTo>
                <a:cubicBezTo>
                  <a:pt x="5705475" y="1233703"/>
                  <a:pt x="5662828" y="1276350"/>
                  <a:pt x="5610221" y="1276350"/>
                </a:cubicBezTo>
                <a:lnTo>
                  <a:pt x="95254" y="1276350"/>
                </a:lnTo>
                <a:cubicBezTo>
                  <a:pt x="42647" y="1276350"/>
                  <a:pt x="0" y="1233703"/>
                  <a:pt x="0" y="1181096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316662" y="3384251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51600" y="3352501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Multi-Tenant Isolation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92850" y="3606501"/>
            <a:ext cx="5445125" cy="762000"/>
          </a:xfrm>
          <a:custGeom>
            <a:avLst/>
            <a:gdLst/>
            <a:ahLst/>
            <a:cxnLst/>
            <a:rect l="l" t="t" r="r" b="b"/>
            <a:pathLst>
              <a:path w="5445125" h="762000">
                <a:moveTo>
                  <a:pt x="63497" y="0"/>
                </a:moveTo>
                <a:lnTo>
                  <a:pt x="5381628" y="0"/>
                </a:lnTo>
                <a:cubicBezTo>
                  <a:pt x="5416696" y="0"/>
                  <a:pt x="5445125" y="28429"/>
                  <a:pt x="5445125" y="63497"/>
                </a:cubicBezTo>
                <a:lnTo>
                  <a:pt x="5445125" y="698503"/>
                </a:lnTo>
                <a:cubicBezTo>
                  <a:pt x="5445125" y="733571"/>
                  <a:pt x="5416696" y="762000"/>
                  <a:pt x="5381628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356350" y="3670001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Row-Level Security (RLS)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56350" y="3828658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app.current_owner_id = 42 (from JWT)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6350" y="3987408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RLS policy filters all queries by owner_id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6350" y="4177908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RLS enforces tenant isolation at database level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20675" y="4790782"/>
            <a:ext cx="5721350" cy="1403350"/>
          </a:xfrm>
          <a:custGeom>
            <a:avLst/>
            <a:gdLst/>
            <a:ahLst/>
            <a:cxnLst/>
            <a:rect l="l" t="t" r="r" b="b"/>
            <a:pathLst>
              <a:path w="5721350" h="1403350">
                <a:moveTo>
                  <a:pt x="95245" y="0"/>
                </a:moveTo>
                <a:lnTo>
                  <a:pt x="5626105" y="0"/>
                </a:lnTo>
                <a:cubicBezTo>
                  <a:pt x="5678707" y="0"/>
                  <a:pt x="5721350" y="42643"/>
                  <a:pt x="5721350" y="95245"/>
                </a:cubicBezTo>
                <a:lnTo>
                  <a:pt x="5721350" y="1308105"/>
                </a:lnTo>
                <a:cubicBezTo>
                  <a:pt x="5721350" y="1360707"/>
                  <a:pt x="5678707" y="1403350"/>
                  <a:pt x="5626105" y="1403350"/>
                </a:cubicBezTo>
                <a:lnTo>
                  <a:pt x="95245" y="1403350"/>
                </a:lnTo>
                <a:cubicBezTo>
                  <a:pt x="42643" y="1403350"/>
                  <a:pt x="0" y="1360707"/>
                  <a:pt x="0" y="1308105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34975" y="492095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87" y="47625"/>
                </a:moveTo>
                <a:lnTo>
                  <a:pt x="121047" y="47625"/>
                </a:lnTo>
                <a:cubicBezTo>
                  <a:pt x="124346" y="47625"/>
                  <a:pt x="127000" y="44971"/>
                  <a:pt x="127000" y="41672"/>
                </a:cubicBezTo>
                <a:lnTo>
                  <a:pt x="127000" y="5953"/>
                </a:lnTo>
                <a:cubicBezTo>
                  <a:pt x="127000" y="3547"/>
                  <a:pt x="125561" y="1364"/>
                  <a:pt x="123329" y="446"/>
                </a:cubicBezTo>
                <a:cubicBezTo>
                  <a:pt x="121096" y="-471"/>
                  <a:pt x="118542" y="50"/>
                  <a:pt x="116830" y="1736"/>
                </a:cubicBezTo>
                <a:lnTo>
                  <a:pt x="104006" y="14585"/>
                </a:lnTo>
                <a:cubicBezTo>
                  <a:pt x="93018" y="5482"/>
                  <a:pt x="78879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ubicBezTo>
                  <a:pt x="19645" y="33610"/>
                  <a:pt x="39514" y="15875"/>
                  <a:pt x="63500" y="15875"/>
                </a:cubicBezTo>
                <a:cubicBezTo>
                  <a:pt x="74513" y="15875"/>
                  <a:pt x="84634" y="19596"/>
                  <a:pt x="92695" y="25871"/>
                </a:cubicBezTo>
                <a:lnTo>
                  <a:pt x="81111" y="37455"/>
                </a:lnTo>
                <a:cubicBezTo>
                  <a:pt x="79400" y="39167"/>
                  <a:pt x="78904" y="41721"/>
                  <a:pt x="79821" y="43954"/>
                </a:cubicBezTo>
                <a:cubicBezTo>
                  <a:pt x="80739" y="46186"/>
                  <a:pt x="82922" y="47625"/>
                  <a:pt x="85328" y="47625"/>
                </a:cubicBezTo>
                <a:lnTo>
                  <a:pt x="119087" y="47625"/>
                </a:lnTo>
                <a:close/>
                <a:moveTo>
                  <a:pt x="126380" y="72554"/>
                </a:moveTo>
                <a:cubicBezTo>
                  <a:pt x="127000" y="68213"/>
                  <a:pt x="123974" y="64195"/>
                  <a:pt x="119658" y="63574"/>
                </a:cubicBezTo>
                <a:cubicBezTo>
                  <a:pt x="115342" y="62954"/>
                  <a:pt x="111299" y="65980"/>
                  <a:pt x="110679" y="70296"/>
                </a:cubicBezTo>
                <a:cubicBezTo>
                  <a:pt x="107379" y="93365"/>
                  <a:pt x="87511" y="111100"/>
                  <a:pt x="63525" y="111100"/>
                </a:cubicBezTo>
                <a:cubicBezTo>
                  <a:pt x="52512" y="111100"/>
                  <a:pt x="42391" y="107379"/>
                  <a:pt x="34330" y="101104"/>
                </a:cubicBezTo>
                <a:lnTo>
                  <a:pt x="45889" y="89545"/>
                </a:lnTo>
                <a:cubicBezTo>
                  <a:pt x="47600" y="87833"/>
                  <a:pt x="48096" y="85279"/>
                  <a:pt x="47179" y="83046"/>
                </a:cubicBezTo>
                <a:cubicBezTo>
                  <a:pt x="46261" y="80814"/>
                  <a:pt x="44078" y="79375"/>
                  <a:pt x="41672" y="79375"/>
                </a:cubicBezTo>
                <a:lnTo>
                  <a:pt x="5953" y="79375"/>
                </a:lnTo>
                <a:cubicBezTo>
                  <a:pt x="2654" y="79375"/>
                  <a:pt x="0" y="82029"/>
                  <a:pt x="0" y="85328"/>
                </a:cubicBezTo>
                <a:lnTo>
                  <a:pt x="0" y="121047"/>
                </a:lnTo>
                <a:cubicBezTo>
                  <a:pt x="0" y="123453"/>
                  <a:pt x="1439" y="125636"/>
                  <a:pt x="3671" y="126554"/>
                </a:cubicBezTo>
                <a:cubicBezTo>
                  <a:pt x="5904" y="127471"/>
                  <a:pt x="8458" y="126950"/>
                  <a:pt x="10170" y="125264"/>
                </a:cubicBezTo>
                <a:lnTo>
                  <a:pt x="23019" y="112415"/>
                </a:lnTo>
                <a:cubicBezTo>
                  <a:pt x="33982" y="121518"/>
                  <a:pt x="48121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77850" y="488920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Edge-Cloud Synchronization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19100" y="5143205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63501" y="0"/>
                </a:moveTo>
                <a:lnTo>
                  <a:pt x="2666999" y="0"/>
                </a:lnTo>
                <a:cubicBezTo>
                  <a:pt x="2702070" y="0"/>
                  <a:pt x="2730500" y="28430"/>
                  <a:pt x="2730500" y="63501"/>
                </a:cubicBezTo>
                <a:lnTo>
                  <a:pt x="2730500" y="380999"/>
                </a:lnTo>
                <a:cubicBezTo>
                  <a:pt x="2730500" y="416070"/>
                  <a:pt x="2702070" y="444500"/>
                  <a:pt x="2666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82600" y="5206705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Conflict Resolution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82600" y="5365355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is source of truth, Redis for live cache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14688" y="5143205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63501" y="0"/>
                </a:moveTo>
                <a:lnTo>
                  <a:pt x="2666999" y="0"/>
                </a:lnTo>
                <a:cubicBezTo>
                  <a:pt x="2702070" y="0"/>
                  <a:pt x="2730500" y="28430"/>
                  <a:pt x="2730500" y="63501"/>
                </a:cubicBezTo>
                <a:lnTo>
                  <a:pt x="2730500" y="380999"/>
                </a:lnTo>
                <a:cubicBezTo>
                  <a:pt x="2730500" y="416070"/>
                  <a:pt x="2702070" y="444500"/>
                  <a:pt x="2666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278188" y="5206705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 Queue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278188" y="5365355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ESP32 retries HTTP POST on failure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19100" y="5651105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63501" y="0"/>
                </a:moveTo>
                <a:lnTo>
                  <a:pt x="2666999" y="0"/>
                </a:lnTo>
                <a:cubicBezTo>
                  <a:pt x="2702070" y="0"/>
                  <a:pt x="2730500" y="28430"/>
                  <a:pt x="2730500" y="63501"/>
                </a:cubicBezTo>
                <a:lnTo>
                  <a:pt x="2730500" y="380999"/>
                </a:lnTo>
                <a:cubicBezTo>
                  <a:pt x="2730500" y="416070"/>
                  <a:pt x="2702070" y="444500"/>
                  <a:pt x="2666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82600" y="5714605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Incremental Sync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82600" y="5873254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reading payload each POST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214688" y="5651105"/>
            <a:ext cx="2730500" cy="444500"/>
          </a:xfrm>
          <a:custGeom>
            <a:avLst/>
            <a:gdLst/>
            <a:ahLst/>
            <a:cxnLst/>
            <a:rect l="l" t="t" r="r" b="b"/>
            <a:pathLst>
              <a:path w="2730500" h="444500">
                <a:moveTo>
                  <a:pt x="63501" y="0"/>
                </a:moveTo>
                <a:lnTo>
                  <a:pt x="2666999" y="0"/>
                </a:lnTo>
                <a:cubicBezTo>
                  <a:pt x="2702070" y="0"/>
                  <a:pt x="2730500" y="28430"/>
                  <a:pt x="2730500" y="63501"/>
                </a:cubicBezTo>
                <a:lnTo>
                  <a:pt x="2730500" y="380999"/>
                </a:lnTo>
                <a:cubicBezTo>
                  <a:pt x="2730500" y="416070"/>
                  <a:pt x="2702070" y="444500"/>
                  <a:pt x="2666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3278188" y="5714605"/>
            <a:ext cx="2651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278188" y="5873254"/>
            <a:ext cx="265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payload ~500 bytes per reading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46800" y="4790782"/>
            <a:ext cx="5721350" cy="1403350"/>
          </a:xfrm>
          <a:custGeom>
            <a:avLst/>
            <a:gdLst/>
            <a:ahLst/>
            <a:cxnLst/>
            <a:rect l="l" t="t" r="r" b="b"/>
            <a:pathLst>
              <a:path w="5721350" h="1403350">
                <a:moveTo>
                  <a:pt x="95245" y="0"/>
                </a:moveTo>
                <a:lnTo>
                  <a:pt x="5626105" y="0"/>
                </a:lnTo>
                <a:cubicBezTo>
                  <a:pt x="5678707" y="0"/>
                  <a:pt x="5721350" y="42643"/>
                  <a:pt x="5721350" y="95245"/>
                </a:cubicBezTo>
                <a:lnTo>
                  <a:pt x="5721350" y="1308105"/>
                </a:lnTo>
                <a:cubicBezTo>
                  <a:pt x="5721350" y="1360707"/>
                  <a:pt x="5678707" y="1403350"/>
                  <a:pt x="5626105" y="1403350"/>
                </a:cubicBezTo>
                <a:lnTo>
                  <a:pt x="95245" y="1403350"/>
                </a:lnTo>
                <a:cubicBezTo>
                  <a:pt x="42643" y="1403350"/>
                  <a:pt x="0" y="1360707"/>
                  <a:pt x="0" y="1308105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6261100" y="492095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0445" y="-322"/>
                </a:moveTo>
                <a:cubicBezTo>
                  <a:pt x="66154" y="-2803"/>
                  <a:pt x="60846" y="-2803"/>
                  <a:pt x="56555" y="-322"/>
                </a:cubicBezTo>
                <a:lnTo>
                  <a:pt x="35669" y="11733"/>
                </a:lnTo>
                <a:cubicBezTo>
                  <a:pt x="31378" y="14213"/>
                  <a:pt x="28724" y="18802"/>
                  <a:pt x="28724" y="23763"/>
                </a:cubicBezTo>
                <a:lnTo>
                  <a:pt x="28724" y="49039"/>
                </a:lnTo>
                <a:lnTo>
                  <a:pt x="6821" y="61689"/>
                </a:lnTo>
                <a:cubicBezTo>
                  <a:pt x="2530" y="64170"/>
                  <a:pt x="-124" y="68759"/>
                  <a:pt x="-124" y="73720"/>
                </a:cubicBezTo>
                <a:lnTo>
                  <a:pt x="-124" y="97854"/>
                </a:lnTo>
                <a:cubicBezTo>
                  <a:pt x="-124" y="102815"/>
                  <a:pt x="2530" y="107404"/>
                  <a:pt x="6821" y="109885"/>
                </a:cubicBezTo>
                <a:lnTo>
                  <a:pt x="27732" y="121940"/>
                </a:lnTo>
                <a:cubicBezTo>
                  <a:pt x="32023" y="124420"/>
                  <a:pt x="37331" y="124420"/>
                  <a:pt x="41622" y="121940"/>
                </a:cubicBezTo>
                <a:lnTo>
                  <a:pt x="63525" y="109289"/>
                </a:lnTo>
                <a:lnTo>
                  <a:pt x="85427" y="121940"/>
                </a:lnTo>
                <a:cubicBezTo>
                  <a:pt x="89719" y="124420"/>
                  <a:pt x="95027" y="124420"/>
                  <a:pt x="99318" y="121940"/>
                </a:cubicBezTo>
                <a:lnTo>
                  <a:pt x="120179" y="109885"/>
                </a:lnTo>
                <a:cubicBezTo>
                  <a:pt x="124470" y="107404"/>
                  <a:pt x="127124" y="102815"/>
                  <a:pt x="127124" y="97854"/>
                </a:cubicBezTo>
                <a:lnTo>
                  <a:pt x="127124" y="73720"/>
                </a:lnTo>
                <a:cubicBezTo>
                  <a:pt x="127124" y="68759"/>
                  <a:pt x="124470" y="64170"/>
                  <a:pt x="120179" y="61689"/>
                </a:cubicBezTo>
                <a:lnTo>
                  <a:pt x="98276" y="49039"/>
                </a:lnTo>
                <a:lnTo>
                  <a:pt x="98276" y="23763"/>
                </a:lnTo>
                <a:cubicBezTo>
                  <a:pt x="98276" y="18802"/>
                  <a:pt x="95622" y="14213"/>
                  <a:pt x="91331" y="11733"/>
                </a:cubicBezTo>
                <a:lnTo>
                  <a:pt x="70445" y="-322"/>
                </a:lnTo>
                <a:close/>
                <a:moveTo>
                  <a:pt x="57547" y="72579"/>
                </a:moveTo>
                <a:lnTo>
                  <a:pt x="57547" y="98996"/>
                </a:lnTo>
                <a:lnTo>
                  <a:pt x="35644" y="111646"/>
                </a:lnTo>
                <a:cubicBezTo>
                  <a:pt x="35347" y="111820"/>
                  <a:pt x="34999" y="111919"/>
                  <a:pt x="34652" y="111919"/>
                </a:cubicBezTo>
                <a:lnTo>
                  <a:pt x="34652" y="85799"/>
                </a:lnTo>
                <a:lnTo>
                  <a:pt x="57547" y="72579"/>
                </a:lnTo>
                <a:close/>
                <a:moveTo>
                  <a:pt x="114945" y="72727"/>
                </a:moveTo>
                <a:cubicBezTo>
                  <a:pt x="115119" y="73025"/>
                  <a:pt x="115218" y="73372"/>
                  <a:pt x="115218" y="73720"/>
                </a:cubicBezTo>
                <a:lnTo>
                  <a:pt x="115218" y="97854"/>
                </a:lnTo>
                <a:cubicBezTo>
                  <a:pt x="115218" y="98574"/>
                  <a:pt x="114846" y="99219"/>
                  <a:pt x="114226" y="99566"/>
                </a:cubicBezTo>
                <a:lnTo>
                  <a:pt x="93315" y="111621"/>
                </a:lnTo>
                <a:cubicBezTo>
                  <a:pt x="93018" y="111795"/>
                  <a:pt x="92670" y="111894"/>
                  <a:pt x="92323" y="111894"/>
                </a:cubicBezTo>
                <a:lnTo>
                  <a:pt x="92323" y="85775"/>
                </a:lnTo>
                <a:lnTo>
                  <a:pt x="114945" y="72727"/>
                </a:lnTo>
                <a:close/>
                <a:moveTo>
                  <a:pt x="86395" y="23763"/>
                </a:moveTo>
                <a:lnTo>
                  <a:pt x="86395" y="49039"/>
                </a:lnTo>
                <a:lnTo>
                  <a:pt x="63500" y="62260"/>
                </a:lnTo>
                <a:lnTo>
                  <a:pt x="63500" y="35843"/>
                </a:lnTo>
                <a:lnTo>
                  <a:pt x="86122" y="22796"/>
                </a:lnTo>
                <a:cubicBezTo>
                  <a:pt x="86296" y="23093"/>
                  <a:pt x="86395" y="23440"/>
                  <a:pt x="86395" y="2378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403975" y="4889205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Microservices (Cloud Layer)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245225" y="5143205"/>
            <a:ext cx="278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Farm Management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040813" y="5143205"/>
            <a:ext cx="278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IoT Data Ingestion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245225" y="5333705"/>
            <a:ext cx="278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 Authentication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040813" y="5333705"/>
            <a:ext cx="278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Inventory Service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245225" y="5524205"/>
            <a:ext cx="278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Reporting Service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040813" y="5524205"/>
            <a:ext cx="278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Notification (SMS/Email)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245225" y="5714705"/>
            <a:ext cx="278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AI/ML Service (Phase 4)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20675" y="6295527"/>
            <a:ext cx="11547475" cy="736600"/>
          </a:xfrm>
          <a:custGeom>
            <a:avLst/>
            <a:gdLst/>
            <a:ahLst/>
            <a:cxnLst/>
            <a:rect l="l" t="t" r="r" b="b"/>
            <a:pathLst>
              <a:path w="11547475" h="736600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641350"/>
                </a:lnTo>
                <a:cubicBezTo>
                  <a:pt x="11547475" y="693955"/>
                  <a:pt x="11504830" y="736600"/>
                  <a:pt x="11452225" y="736600"/>
                </a:cubicBezTo>
                <a:lnTo>
                  <a:pt x="95250" y="736600"/>
                </a:lnTo>
                <a:cubicBezTo>
                  <a:pt x="42680" y="736600"/>
                  <a:pt x="0" y="693920"/>
                  <a:pt x="0" y="641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391319" y="6393959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379412" y="6584459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&lt;500ms (p95)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3261519" y="6393959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3249612" y="6584459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10K req/sec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131719" y="6393959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Cost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119813" y="6584459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₹12-15L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135688" y="6806709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months, 2 devs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001919" y="6393959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Hosting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990012" y="6584459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₹650/farm/mo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9005887" y="6806709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50 farms scale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6797" y="468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98227"/>
                </a:lnTo>
                <a:cubicBezTo>
                  <a:pt x="0" y="108077"/>
                  <a:pt x="8009" y="116086"/>
                  <a:pt x="17859" y="116086"/>
                </a:cubicBezTo>
                <a:lnTo>
                  <a:pt x="58043" y="116086"/>
                </a:lnTo>
                <a:lnTo>
                  <a:pt x="53578" y="129480"/>
                </a:lnTo>
                <a:lnTo>
                  <a:pt x="33486" y="129480"/>
                </a:lnTo>
                <a:cubicBezTo>
                  <a:pt x="29775" y="129480"/>
                  <a:pt x="26789" y="132466"/>
                  <a:pt x="26789" y="136178"/>
                </a:cubicBezTo>
                <a:cubicBezTo>
                  <a:pt x="26789" y="139889"/>
                  <a:pt x="29775" y="142875"/>
                  <a:pt x="33486" y="142875"/>
                </a:cubicBezTo>
                <a:lnTo>
                  <a:pt x="109389" y="142875"/>
                </a:lnTo>
                <a:cubicBezTo>
                  <a:pt x="113100" y="142875"/>
                  <a:pt x="116086" y="139889"/>
                  <a:pt x="116086" y="136178"/>
                </a:cubicBezTo>
                <a:cubicBezTo>
                  <a:pt x="116086" y="132466"/>
                  <a:pt x="113100" y="129480"/>
                  <a:pt x="109389" y="129480"/>
                </a:cubicBezTo>
                <a:lnTo>
                  <a:pt x="89297" y="129480"/>
                </a:lnTo>
                <a:lnTo>
                  <a:pt x="84832" y="116086"/>
                </a:lnTo>
                <a:lnTo>
                  <a:pt x="125016" y="116086"/>
                </a:lnTo>
                <a:cubicBezTo>
                  <a:pt x="134866" y="116086"/>
                  <a:pt x="142875" y="108077"/>
                  <a:pt x="142875" y="98227"/>
                </a:cubicBezTo>
                <a:lnTo>
                  <a:pt x="142875" y="26789"/>
                </a:lnTo>
                <a:cubicBezTo>
                  <a:pt x="142875" y="16939"/>
                  <a:pt x="134866" y="8930"/>
                  <a:pt x="125016" y="8930"/>
                </a:cubicBezTo>
                <a:lnTo>
                  <a:pt x="17859" y="8930"/>
                </a:lnTo>
                <a:close/>
                <a:moveTo>
                  <a:pt x="26789" y="26789"/>
                </a:moveTo>
                <a:lnTo>
                  <a:pt x="116086" y="26789"/>
                </a:lnTo>
                <a:cubicBezTo>
                  <a:pt x="121025" y="26789"/>
                  <a:pt x="125016" y="30780"/>
                  <a:pt x="125016" y="35719"/>
                </a:cubicBezTo>
                <a:lnTo>
                  <a:pt x="125016" y="80367"/>
                </a:lnTo>
                <a:cubicBezTo>
                  <a:pt x="125016" y="85306"/>
                  <a:pt x="121025" y="89297"/>
                  <a:pt x="116086" y="89297"/>
                </a:cubicBezTo>
                <a:lnTo>
                  <a:pt x="26789" y="89297"/>
                </a:lnTo>
                <a:cubicBezTo>
                  <a:pt x="21850" y="89297"/>
                  <a:pt x="17859" y="85306"/>
                  <a:pt x="17859" y="80367"/>
                </a:cubicBezTo>
                <a:lnTo>
                  <a:pt x="17859" y="35719"/>
                </a:lnTo>
                <a:cubicBezTo>
                  <a:pt x="17859" y="30780"/>
                  <a:pt x="21850" y="26789"/>
                  <a:pt x="26789" y="2678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339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3460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Web &amp; Mobile Interface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18 + TypeScript + TailwindCSS with Progressive Web App (PWA)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5705475" cy="3649662"/>
          </a:xfrm>
          <a:custGeom>
            <a:avLst/>
            <a:gdLst/>
            <a:ahLst/>
            <a:cxnLst/>
            <a:rect l="l" t="t" r="r" b="b"/>
            <a:pathLst>
              <a:path w="5705475" h="3649662">
                <a:moveTo>
                  <a:pt x="95256" y="0"/>
                </a:moveTo>
                <a:lnTo>
                  <a:pt x="5610219" y="0"/>
                </a:lnTo>
                <a:cubicBezTo>
                  <a:pt x="5662827" y="0"/>
                  <a:pt x="5705475" y="42648"/>
                  <a:pt x="5705475" y="95256"/>
                </a:cubicBezTo>
                <a:lnTo>
                  <a:pt x="5705475" y="3554406"/>
                </a:lnTo>
                <a:cubicBezTo>
                  <a:pt x="5705475" y="3607015"/>
                  <a:pt x="5662827" y="3649662"/>
                  <a:pt x="5610219" y="3649662"/>
                </a:cubicBezTo>
                <a:lnTo>
                  <a:pt x="95256" y="3649662"/>
                </a:lnTo>
                <a:cubicBezTo>
                  <a:pt x="42648" y="3649662"/>
                  <a:pt x="0" y="3607015"/>
                  <a:pt x="0" y="3554406"/>
                </a:cubicBezTo>
                <a:lnTo>
                  <a:pt x="0" y="95256"/>
                </a:lnTo>
                <a:cubicBezTo>
                  <a:pt x="0" y="42648"/>
                  <a:pt x="42648" y="0"/>
                  <a:pt x="95256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2834" y="1316036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7859" y="26789"/>
                </a:moveTo>
                <a:cubicBezTo>
                  <a:pt x="17859" y="16939"/>
                  <a:pt x="25868" y="8930"/>
                  <a:pt x="35719" y="8930"/>
                </a:cubicBezTo>
                <a:lnTo>
                  <a:pt x="142875" y="8930"/>
                </a:lnTo>
                <a:cubicBezTo>
                  <a:pt x="152726" y="8930"/>
                  <a:pt x="160734" y="16939"/>
                  <a:pt x="160734" y="26789"/>
                </a:cubicBezTo>
                <a:lnTo>
                  <a:pt x="160734" y="93762"/>
                </a:lnTo>
                <a:lnTo>
                  <a:pt x="142875" y="93762"/>
                </a:lnTo>
                <a:lnTo>
                  <a:pt x="142875" y="26789"/>
                </a:lnTo>
                <a:lnTo>
                  <a:pt x="35719" y="26789"/>
                </a:lnTo>
                <a:lnTo>
                  <a:pt x="35719" y="93762"/>
                </a:lnTo>
                <a:lnTo>
                  <a:pt x="17859" y="93762"/>
                </a:lnTo>
                <a:lnTo>
                  <a:pt x="17859" y="26789"/>
                </a:lnTo>
                <a:close/>
                <a:moveTo>
                  <a:pt x="0" y="112514"/>
                </a:moveTo>
                <a:cubicBezTo>
                  <a:pt x="0" y="109556"/>
                  <a:pt x="2400" y="107156"/>
                  <a:pt x="5358" y="107156"/>
                </a:cubicBezTo>
                <a:lnTo>
                  <a:pt x="173236" y="107156"/>
                </a:lnTo>
                <a:cubicBezTo>
                  <a:pt x="176194" y="107156"/>
                  <a:pt x="178594" y="109556"/>
                  <a:pt x="178594" y="112514"/>
                </a:cubicBezTo>
                <a:cubicBezTo>
                  <a:pt x="178594" y="124346"/>
                  <a:pt x="168994" y="133945"/>
                  <a:pt x="157163" y="133945"/>
                </a:cubicBezTo>
                <a:lnTo>
                  <a:pt x="21431" y="133945"/>
                </a:lnTo>
                <a:cubicBezTo>
                  <a:pt x="9599" y="133945"/>
                  <a:pt x="0" y="124346"/>
                  <a:pt x="0" y="112514"/>
                </a:cubicBezTo>
                <a:close/>
                <a:moveTo>
                  <a:pt x="78414" y="58322"/>
                </a:moveTo>
                <a:lnTo>
                  <a:pt x="69763" y="66973"/>
                </a:lnTo>
                <a:lnTo>
                  <a:pt x="78414" y="75623"/>
                </a:lnTo>
                <a:cubicBezTo>
                  <a:pt x="81037" y="78246"/>
                  <a:pt x="81037" y="82488"/>
                  <a:pt x="78414" y="85083"/>
                </a:cubicBezTo>
                <a:cubicBezTo>
                  <a:pt x="75791" y="87678"/>
                  <a:pt x="71549" y="87706"/>
                  <a:pt x="68954" y="85083"/>
                </a:cubicBezTo>
                <a:lnTo>
                  <a:pt x="55559" y="71689"/>
                </a:lnTo>
                <a:cubicBezTo>
                  <a:pt x="52936" y="69066"/>
                  <a:pt x="52936" y="64824"/>
                  <a:pt x="55559" y="62229"/>
                </a:cubicBezTo>
                <a:lnTo>
                  <a:pt x="68954" y="48834"/>
                </a:lnTo>
                <a:cubicBezTo>
                  <a:pt x="71577" y="46211"/>
                  <a:pt x="75819" y="46211"/>
                  <a:pt x="78414" y="48834"/>
                </a:cubicBezTo>
                <a:cubicBezTo>
                  <a:pt x="81009" y="51457"/>
                  <a:pt x="81037" y="55699"/>
                  <a:pt x="78414" y="58294"/>
                </a:cubicBezTo>
                <a:close/>
                <a:moveTo>
                  <a:pt x="109668" y="48834"/>
                </a:moveTo>
                <a:lnTo>
                  <a:pt x="123062" y="62229"/>
                </a:lnTo>
                <a:cubicBezTo>
                  <a:pt x="125685" y="64852"/>
                  <a:pt x="125685" y="69093"/>
                  <a:pt x="123062" y="71689"/>
                </a:cubicBezTo>
                <a:lnTo>
                  <a:pt x="109668" y="85083"/>
                </a:lnTo>
                <a:cubicBezTo>
                  <a:pt x="107045" y="87706"/>
                  <a:pt x="102803" y="87706"/>
                  <a:pt x="100208" y="85083"/>
                </a:cubicBezTo>
                <a:cubicBezTo>
                  <a:pt x="97613" y="82460"/>
                  <a:pt x="97585" y="78218"/>
                  <a:pt x="100208" y="75623"/>
                </a:cubicBezTo>
                <a:lnTo>
                  <a:pt x="108858" y="66973"/>
                </a:lnTo>
                <a:lnTo>
                  <a:pt x="100208" y="58322"/>
                </a:lnTo>
                <a:cubicBezTo>
                  <a:pt x="97585" y="55699"/>
                  <a:pt x="97585" y="51457"/>
                  <a:pt x="100208" y="48862"/>
                </a:cubicBezTo>
                <a:cubicBezTo>
                  <a:pt x="102831" y="46267"/>
                  <a:pt x="107073" y="46239"/>
                  <a:pt x="109668" y="48862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3412" y="1276348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" y="1593848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34194" y="172075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9667" y="54942"/>
                </a:moveTo>
                <a:cubicBezTo>
                  <a:pt x="127992" y="54384"/>
                  <a:pt x="126318" y="53857"/>
                  <a:pt x="124644" y="53361"/>
                </a:cubicBezTo>
                <a:cubicBezTo>
                  <a:pt x="124923" y="52214"/>
                  <a:pt x="125171" y="51067"/>
                  <a:pt x="125419" y="49919"/>
                </a:cubicBezTo>
                <a:cubicBezTo>
                  <a:pt x="129232" y="31440"/>
                  <a:pt x="126721" y="16588"/>
                  <a:pt x="118256" y="11689"/>
                </a:cubicBezTo>
                <a:cubicBezTo>
                  <a:pt x="110102" y="7007"/>
                  <a:pt x="96800" y="11875"/>
                  <a:pt x="83344" y="23595"/>
                </a:cubicBezTo>
                <a:cubicBezTo>
                  <a:pt x="82010" y="24743"/>
                  <a:pt x="80708" y="25952"/>
                  <a:pt x="79468" y="27161"/>
                </a:cubicBezTo>
                <a:cubicBezTo>
                  <a:pt x="78631" y="26355"/>
                  <a:pt x="77763" y="25549"/>
                  <a:pt x="76895" y="24774"/>
                </a:cubicBezTo>
                <a:cubicBezTo>
                  <a:pt x="62787" y="12247"/>
                  <a:pt x="48648" y="6976"/>
                  <a:pt x="40184" y="11906"/>
                </a:cubicBezTo>
                <a:cubicBezTo>
                  <a:pt x="32060" y="16619"/>
                  <a:pt x="29642" y="30603"/>
                  <a:pt x="33052" y="48090"/>
                </a:cubicBezTo>
                <a:cubicBezTo>
                  <a:pt x="33393" y="49826"/>
                  <a:pt x="33765" y="51532"/>
                  <a:pt x="34199" y="53268"/>
                </a:cubicBezTo>
                <a:cubicBezTo>
                  <a:pt x="32215" y="53826"/>
                  <a:pt x="30262" y="54446"/>
                  <a:pt x="28432" y="55097"/>
                </a:cubicBezTo>
                <a:cubicBezTo>
                  <a:pt x="11875" y="60833"/>
                  <a:pt x="0" y="69887"/>
                  <a:pt x="0" y="79251"/>
                </a:cubicBezTo>
                <a:cubicBezTo>
                  <a:pt x="0" y="88925"/>
                  <a:pt x="12650" y="98630"/>
                  <a:pt x="29859" y="104521"/>
                </a:cubicBezTo>
                <a:cubicBezTo>
                  <a:pt x="31254" y="104986"/>
                  <a:pt x="32649" y="105451"/>
                  <a:pt x="34075" y="105854"/>
                </a:cubicBezTo>
                <a:cubicBezTo>
                  <a:pt x="33610" y="107714"/>
                  <a:pt x="33207" y="109544"/>
                  <a:pt x="32835" y="111435"/>
                </a:cubicBezTo>
                <a:cubicBezTo>
                  <a:pt x="29580" y="128643"/>
                  <a:pt x="32122" y="142286"/>
                  <a:pt x="40246" y="146968"/>
                </a:cubicBezTo>
                <a:cubicBezTo>
                  <a:pt x="48617" y="151805"/>
                  <a:pt x="62694" y="146844"/>
                  <a:pt x="76398" y="134844"/>
                </a:cubicBezTo>
                <a:cubicBezTo>
                  <a:pt x="77484" y="133883"/>
                  <a:pt x="78569" y="132891"/>
                  <a:pt x="79654" y="131837"/>
                </a:cubicBezTo>
                <a:cubicBezTo>
                  <a:pt x="81018" y="133170"/>
                  <a:pt x="82445" y="134441"/>
                  <a:pt x="83871" y="135682"/>
                </a:cubicBezTo>
                <a:cubicBezTo>
                  <a:pt x="97141" y="147092"/>
                  <a:pt x="110257" y="151712"/>
                  <a:pt x="118349" y="147030"/>
                </a:cubicBezTo>
                <a:cubicBezTo>
                  <a:pt x="126721" y="142193"/>
                  <a:pt x="129449" y="127527"/>
                  <a:pt x="125915" y="109668"/>
                </a:cubicBezTo>
                <a:cubicBezTo>
                  <a:pt x="125636" y="108303"/>
                  <a:pt x="125326" y="106908"/>
                  <a:pt x="124985" y="105482"/>
                </a:cubicBezTo>
                <a:cubicBezTo>
                  <a:pt x="125977" y="105203"/>
                  <a:pt x="126938" y="104893"/>
                  <a:pt x="127899" y="104583"/>
                </a:cubicBezTo>
                <a:cubicBezTo>
                  <a:pt x="145790" y="98661"/>
                  <a:pt x="158750" y="89080"/>
                  <a:pt x="158750" y="79251"/>
                </a:cubicBezTo>
                <a:cubicBezTo>
                  <a:pt x="158750" y="69856"/>
                  <a:pt x="146534" y="60740"/>
                  <a:pt x="129667" y="54942"/>
                </a:cubicBezTo>
                <a:close/>
                <a:moveTo>
                  <a:pt x="87716" y="28618"/>
                </a:moveTo>
                <a:cubicBezTo>
                  <a:pt x="99250" y="18573"/>
                  <a:pt x="110009" y="14635"/>
                  <a:pt x="114908" y="17456"/>
                </a:cubicBezTo>
                <a:cubicBezTo>
                  <a:pt x="120148" y="20464"/>
                  <a:pt x="122163" y="32618"/>
                  <a:pt x="118876" y="48586"/>
                </a:cubicBezTo>
                <a:cubicBezTo>
                  <a:pt x="118659" y="49640"/>
                  <a:pt x="118442" y="50664"/>
                  <a:pt x="118163" y="51687"/>
                </a:cubicBezTo>
                <a:cubicBezTo>
                  <a:pt x="111280" y="50136"/>
                  <a:pt x="104304" y="49020"/>
                  <a:pt x="97296" y="48400"/>
                </a:cubicBezTo>
                <a:cubicBezTo>
                  <a:pt x="93266" y="42633"/>
                  <a:pt x="88863" y="37114"/>
                  <a:pt x="84088" y="31936"/>
                </a:cubicBezTo>
                <a:cubicBezTo>
                  <a:pt x="85297" y="30789"/>
                  <a:pt x="86475" y="29704"/>
                  <a:pt x="87716" y="28618"/>
                </a:cubicBezTo>
                <a:close/>
                <a:moveTo>
                  <a:pt x="51842" y="95343"/>
                </a:moveTo>
                <a:cubicBezTo>
                  <a:pt x="53423" y="98041"/>
                  <a:pt x="55035" y="100738"/>
                  <a:pt x="56741" y="103374"/>
                </a:cubicBezTo>
                <a:cubicBezTo>
                  <a:pt x="51904" y="102846"/>
                  <a:pt x="47098" y="102071"/>
                  <a:pt x="42354" y="101048"/>
                </a:cubicBezTo>
                <a:cubicBezTo>
                  <a:pt x="43718" y="96583"/>
                  <a:pt x="45424" y="91963"/>
                  <a:pt x="47408" y="87250"/>
                </a:cubicBezTo>
                <a:cubicBezTo>
                  <a:pt x="48834" y="89979"/>
                  <a:pt x="50292" y="92677"/>
                  <a:pt x="51842" y="95343"/>
                </a:cubicBezTo>
                <a:close/>
                <a:moveTo>
                  <a:pt x="42447" y="58043"/>
                </a:moveTo>
                <a:cubicBezTo>
                  <a:pt x="46912" y="57051"/>
                  <a:pt x="51656" y="56245"/>
                  <a:pt x="56586" y="55625"/>
                </a:cubicBezTo>
                <a:cubicBezTo>
                  <a:pt x="54942" y="58198"/>
                  <a:pt x="53330" y="60833"/>
                  <a:pt x="51811" y="63500"/>
                </a:cubicBezTo>
                <a:cubicBezTo>
                  <a:pt x="50292" y="66135"/>
                  <a:pt x="48803" y="68833"/>
                  <a:pt x="47408" y="71562"/>
                </a:cubicBezTo>
                <a:cubicBezTo>
                  <a:pt x="45455" y="66942"/>
                  <a:pt x="43811" y="62415"/>
                  <a:pt x="42447" y="58043"/>
                </a:cubicBezTo>
                <a:close/>
                <a:moveTo>
                  <a:pt x="50943" y="79406"/>
                </a:moveTo>
                <a:cubicBezTo>
                  <a:pt x="52989" y="75127"/>
                  <a:pt x="55221" y="70941"/>
                  <a:pt x="57578" y="66818"/>
                </a:cubicBezTo>
                <a:cubicBezTo>
                  <a:pt x="59934" y="62694"/>
                  <a:pt x="62477" y="58694"/>
                  <a:pt x="65143" y="54756"/>
                </a:cubicBezTo>
                <a:cubicBezTo>
                  <a:pt x="69794" y="54415"/>
                  <a:pt x="74538" y="54229"/>
                  <a:pt x="79375" y="54229"/>
                </a:cubicBezTo>
                <a:cubicBezTo>
                  <a:pt x="84212" y="54229"/>
                  <a:pt x="88987" y="54415"/>
                  <a:pt x="93607" y="54756"/>
                </a:cubicBezTo>
                <a:cubicBezTo>
                  <a:pt x="96242" y="58663"/>
                  <a:pt x="98754" y="62663"/>
                  <a:pt x="101141" y="66756"/>
                </a:cubicBezTo>
                <a:cubicBezTo>
                  <a:pt x="103529" y="70848"/>
                  <a:pt x="105761" y="75034"/>
                  <a:pt x="107869" y="79282"/>
                </a:cubicBezTo>
                <a:cubicBezTo>
                  <a:pt x="105792" y="83561"/>
                  <a:pt x="103560" y="87778"/>
                  <a:pt x="101172" y="91932"/>
                </a:cubicBezTo>
                <a:cubicBezTo>
                  <a:pt x="98816" y="96056"/>
                  <a:pt x="96304" y="100056"/>
                  <a:pt x="93669" y="104025"/>
                </a:cubicBezTo>
                <a:cubicBezTo>
                  <a:pt x="89049" y="104366"/>
                  <a:pt x="84243" y="104521"/>
                  <a:pt x="79375" y="104521"/>
                </a:cubicBezTo>
                <a:cubicBezTo>
                  <a:pt x="74507" y="104521"/>
                  <a:pt x="69794" y="104366"/>
                  <a:pt x="65236" y="104087"/>
                </a:cubicBezTo>
                <a:cubicBezTo>
                  <a:pt x="62539" y="100149"/>
                  <a:pt x="59996" y="96118"/>
                  <a:pt x="57609" y="91994"/>
                </a:cubicBezTo>
                <a:cubicBezTo>
                  <a:pt x="55221" y="87871"/>
                  <a:pt x="53020" y="83685"/>
                  <a:pt x="50943" y="79406"/>
                </a:cubicBezTo>
                <a:close/>
                <a:moveTo>
                  <a:pt x="106939" y="95281"/>
                </a:moveTo>
                <a:cubicBezTo>
                  <a:pt x="108521" y="92552"/>
                  <a:pt x="110009" y="89793"/>
                  <a:pt x="111466" y="87002"/>
                </a:cubicBezTo>
                <a:cubicBezTo>
                  <a:pt x="113450" y="91498"/>
                  <a:pt x="115187" y="96056"/>
                  <a:pt x="116706" y="100738"/>
                </a:cubicBezTo>
                <a:cubicBezTo>
                  <a:pt x="111900" y="101823"/>
                  <a:pt x="107032" y="102660"/>
                  <a:pt x="102133" y="103219"/>
                </a:cubicBezTo>
                <a:cubicBezTo>
                  <a:pt x="103808" y="100614"/>
                  <a:pt x="105389" y="97948"/>
                  <a:pt x="106939" y="95281"/>
                </a:cubicBezTo>
                <a:close/>
                <a:moveTo>
                  <a:pt x="111404" y="71562"/>
                </a:moveTo>
                <a:cubicBezTo>
                  <a:pt x="109947" y="68833"/>
                  <a:pt x="108458" y="66104"/>
                  <a:pt x="106908" y="63438"/>
                </a:cubicBezTo>
                <a:cubicBezTo>
                  <a:pt x="105389" y="60802"/>
                  <a:pt x="103808" y="58198"/>
                  <a:pt x="102164" y="55625"/>
                </a:cubicBezTo>
                <a:cubicBezTo>
                  <a:pt x="107156" y="56245"/>
                  <a:pt x="111931" y="57082"/>
                  <a:pt x="116396" y="58105"/>
                </a:cubicBezTo>
                <a:cubicBezTo>
                  <a:pt x="114970" y="62694"/>
                  <a:pt x="113295" y="67159"/>
                  <a:pt x="111404" y="71562"/>
                </a:cubicBezTo>
                <a:close/>
                <a:moveTo>
                  <a:pt x="79437" y="36680"/>
                </a:moveTo>
                <a:cubicBezTo>
                  <a:pt x="82693" y="40215"/>
                  <a:pt x="85762" y="43935"/>
                  <a:pt x="88615" y="47780"/>
                </a:cubicBezTo>
                <a:cubicBezTo>
                  <a:pt x="82476" y="47501"/>
                  <a:pt x="76305" y="47501"/>
                  <a:pt x="70166" y="47780"/>
                </a:cubicBezTo>
                <a:cubicBezTo>
                  <a:pt x="73205" y="43780"/>
                  <a:pt x="76336" y="40060"/>
                  <a:pt x="79437" y="36680"/>
                </a:cubicBezTo>
                <a:close/>
                <a:moveTo>
                  <a:pt x="43470" y="17673"/>
                </a:moveTo>
                <a:cubicBezTo>
                  <a:pt x="48679" y="14635"/>
                  <a:pt x="60244" y="18976"/>
                  <a:pt x="72430" y="29766"/>
                </a:cubicBezTo>
                <a:cubicBezTo>
                  <a:pt x="73205" y="30448"/>
                  <a:pt x="73980" y="31192"/>
                  <a:pt x="74786" y="31936"/>
                </a:cubicBezTo>
                <a:cubicBezTo>
                  <a:pt x="69980" y="37114"/>
                  <a:pt x="65546" y="42633"/>
                  <a:pt x="61485" y="48400"/>
                </a:cubicBezTo>
                <a:cubicBezTo>
                  <a:pt x="54477" y="49020"/>
                  <a:pt x="47532" y="50105"/>
                  <a:pt x="40649" y="51625"/>
                </a:cubicBezTo>
                <a:cubicBezTo>
                  <a:pt x="40246" y="50043"/>
                  <a:pt x="39905" y="48431"/>
                  <a:pt x="39563" y="46819"/>
                </a:cubicBezTo>
                <a:cubicBezTo>
                  <a:pt x="36649" y="31812"/>
                  <a:pt x="38571" y="20495"/>
                  <a:pt x="43470" y="17673"/>
                </a:cubicBezTo>
                <a:close/>
                <a:moveTo>
                  <a:pt x="35874" y="99405"/>
                </a:moveTo>
                <a:cubicBezTo>
                  <a:pt x="34572" y="99033"/>
                  <a:pt x="33300" y="98630"/>
                  <a:pt x="32029" y="98196"/>
                </a:cubicBezTo>
                <a:cubicBezTo>
                  <a:pt x="25425" y="96118"/>
                  <a:pt x="17921" y="92832"/>
                  <a:pt x="12495" y="88522"/>
                </a:cubicBezTo>
                <a:cubicBezTo>
                  <a:pt x="9364" y="86351"/>
                  <a:pt x="7255" y="83003"/>
                  <a:pt x="6666" y="79251"/>
                </a:cubicBezTo>
                <a:cubicBezTo>
                  <a:pt x="6666" y="73577"/>
                  <a:pt x="16464" y="66322"/>
                  <a:pt x="30603" y="61392"/>
                </a:cubicBezTo>
                <a:cubicBezTo>
                  <a:pt x="32370" y="60771"/>
                  <a:pt x="34168" y="60213"/>
                  <a:pt x="35967" y="59686"/>
                </a:cubicBezTo>
                <a:cubicBezTo>
                  <a:pt x="38075" y="66415"/>
                  <a:pt x="40618" y="73019"/>
                  <a:pt x="43563" y="79406"/>
                </a:cubicBezTo>
                <a:cubicBezTo>
                  <a:pt x="40587" y="85886"/>
                  <a:pt x="38013" y="92583"/>
                  <a:pt x="35874" y="99405"/>
                </a:cubicBezTo>
                <a:close/>
                <a:moveTo>
                  <a:pt x="72027" y="129791"/>
                </a:moveTo>
                <a:cubicBezTo>
                  <a:pt x="66911" y="134472"/>
                  <a:pt x="60989" y="138193"/>
                  <a:pt x="54539" y="140736"/>
                </a:cubicBezTo>
                <a:cubicBezTo>
                  <a:pt x="51098" y="142379"/>
                  <a:pt x="47129" y="142534"/>
                  <a:pt x="43594" y="141139"/>
                </a:cubicBezTo>
                <a:cubicBezTo>
                  <a:pt x="38664" y="138286"/>
                  <a:pt x="36618" y="127341"/>
                  <a:pt x="39408" y="112613"/>
                </a:cubicBezTo>
                <a:cubicBezTo>
                  <a:pt x="39750" y="110877"/>
                  <a:pt x="40122" y="109141"/>
                  <a:pt x="40556" y="107435"/>
                </a:cubicBezTo>
                <a:cubicBezTo>
                  <a:pt x="47501" y="108924"/>
                  <a:pt x="54508" y="109947"/>
                  <a:pt x="61609" y="110474"/>
                </a:cubicBezTo>
                <a:cubicBezTo>
                  <a:pt x="65701" y="116272"/>
                  <a:pt x="70197" y="121822"/>
                  <a:pt x="75003" y="127031"/>
                </a:cubicBezTo>
                <a:cubicBezTo>
                  <a:pt x="74011" y="127992"/>
                  <a:pt x="73019" y="128922"/>
                  <a:pt x="72027" y="129791"/>
                </a:cubicBezTo>
                <a:close/>
                <a:moveTo>
                  <a:pt x="79623" y="122256"/>
                </a:moveTo>
                <a:cubicBezTo>
                  <a:pt x="76460" y="118845"/>
                  <a:pt x="73298" y="115063"/>
                  <a:pt x="70228" y="111001"/>
                </a:cubicBezTo>
                <a:cubicBezTo>
                  <a:pt x="73205" y="111125"/>
                  <a:pt x="76274" y="111187"/>
                  <a:pt x="79375" y="111187"/>
                </a:cubicBezTo>
                <a:cubicBezTo>
                  <a:pt x="82569" y="111187"/>
                  <a:pt x="85700" y="111125"/>
                  <a:pt x="88801" y="110970"/>
                </a:cubicBezTo>
                <a:cubicBezTo>
                  <a:pt x="85948" y="114908"/>
                  <a:pt x="82879" y="118659"/>
                  <a:pt x="79623" y="122256"/>
                </a:cubicBezTo>
                <a:close/>
                <a:moveTo>
                  <a:pt x="120148" y="131558"/>
                </a:moveTo>
                <a:cubicBezTo>
                  <a:pt x="119869" y="135341"/>
                  <a:pt x="118008" y="138875"/>
                  <a:pt x="115032" y="141263"/>
                </a:cubicBezTo>
                <a:cubicBezTo>
                  <a:pt x="110102" y="144115"/>
                  <a:pt x="99591" y="140395"/>
                  <a:pt x="88243" y="130659"/>
                </a:cubicBezTo>
                <a:cubicBezTo>
                  <a:pt x="86940" y="129542"/>
                  <a:pt x="85638" y="128333"/>
                  <a:pt x="84305" y="127093"/>
                </a:cubicBezTo>
                <a:cubicBezTo>
                  <a:pt x="89049" y="121853"/>
                  <a:pt x="93421" y="116303"/>
                  <a:pt x="97389" y="110474"/>
                </a:cubicBezTo>
                <a:cubicBezTo>
                  <a:pt x="104490" y="109885"/>
                  <a:pt x="111559" y="108800"/>
                  <a:pt x="118535" y="107218"/>
                </a:cubicBezTo>
                <a:cubicBezTo>
                  <a:pt x="118845" y="108490"/>
                  <a:pt x="119125" y="109761"/>
                  <a:pt x="119373" y="111001"/>
                </a:cubicBezTo>
                <a:cubicBezTo>
                  <a:pt x="120892" y="117698"/>
                  <a:pt x="121140" y="124675"/>
                  <a:pt x="120148" y="131558"/>
                </a:cubicBezTo>
                <a:close/>
                <a:moveTo>
                  <a:pt x="125791" y="98227"/>
                </a:moveTo>
                <a:cubicBezTo>
                  <a:pt x="124923" y="98506"/>
                  <a:pt x="124054" y="98785"/>
                  <a:pt x="123155" y="99033"/>
                </a:cubicBezTo>
                <a:cubicBezTo>
                  <a:pt x="120985" y="92273"/>
                  <a:pt x="118318" y="85669"/>
                  <a:pt x="115249" y="79251"/>
                </a:cubicBezTo>
                <a:cubicBezTo>
                  <a:pt x="118225" y="72926"/>
                  <a:pt x="120737" y="66415"/>
                  <a:pt x="122845" y="59748"/>
                </a:cubicBezTo>
                <a:cubicBezTo>
                  <a:pt x="124458" y="60213"/>
                  <a:pt x="126008" y="60709"/>
                  <a:pt x="127496" y="61206"/>
                </a:cubicBezTo>
                <a:cubicBezTo>
                  <a:pt x="141945" y="66167"/>
                  <a:pt x="152084" y="73546"/>
                  <a:pt x="152084" y="79189"/>
                </a:cubicBezTo>
                <a:cubicBezTo>
                  <a:pt x="152084" y="85266"/>
                  <a:pt x="141263" y="93111"/>
                  <a:pt x="125791" y="98227"/>
                </a:cubicBezTo>
                <a:close/>
                <a:moveTo>
                  <a:pt x="79375" y="93576"/>
                </a:moveTo>
                <a:cubicBezTo>
                  <a:pt x="87213" y="93576"/>
                  <a:pt x="93576" y="87213"/>
                  <a:pt x="93576" y="79375"/>
                </a:cubicBezTo>
                <a:cubicBezTo>
                  <a:pt x="93576" y="71537"/>
                  <a:pt x="87213" y="65174"/>
                  <a:pt x="79375" y="65174"/>
                </a:cubicBezTo>
                <a:cubicBezTo>
                  <a:pt x="71537" y="65174"/>
                  <a:pt x="65174" y="71537"/>
                  <a:pt x="65174" y="79375"/>
                </a:cubicBezTo>
                <a:cubicBezTo>
                  <a:pt x="65174" y="87213"/>
                  <a:pt x="71537" y="93576"/>
                  <a:pt x="79375" y="9357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8038" y="1657348"/>
            <a:ext cx="203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8038" y="1816098"/>
            <a:ext cx="202406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popular frontend framework (80% of jobs)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0850" y="2070005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24272" y="219690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8038" y="2133505"/>
            <a:ext cx="169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8038" y="2292255"/>
            <a:ext cx="1682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safety (catch bugs before runtime)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0850" y="2546155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34194" y="267305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89297" y="9922"/>
                </a:moveTo>
                <a:cubicBezTo>
                  <a:pt x="89297" y="15410"/>
                  <a:pt x="93731" y="19844"/>
                  <a:pt x="99219" y="19844"/>
                </a:cubicBezTo>
                <a:lnTo>
                  <a:pt x="111621" y="19844"/>
                </a:lnTo>
                <a:cubicBezTo>
                  <a:pt x="115745" y="19844"/>
                  <a:pt x="119062" y="23161"/>
                  <a:pt x="119062" y="27285"/>
                </a:cubicBezTo>
                <a:cubicBezTo>
                  <a:pt x="119062" y="31409"/>
                  <a:pt x="115745" y="34727"/>
                  <a:pt x="111621" y="34727"/>
                </a:cubicBezTo>
                <a:lnTo>
                  <a:pt x="9922" y="34727"/>
                </a:lnTo>
                <a:cubicBezTo>
                  <a:pt x="4434" y="34727"/>
                  <a:pt x="0" y="39160"/>
                  <a:pt x="0" y="44648"/>
                </a:cubicBezTo>
                <a:cubicBezTo>
                  <a:pt x="0" y="50136"/>
                  <a:pt x="4434" y="54570"/>
                  <a:pt x="9922" y="54570"/>
                </a:cubicBezTo>
                <a:lnTo>
                  <a:pt x="111621" y="54570"/>
                </a:lnTo>
                <a:cubicBezTo>
                  <a:pt x="126690" y="54570"/>
                  <a:pt x="138906" y="42354"/>
                  <a:pt x="138906" y="27285"/>
                </a:cubicBezTo>
                <a:cubicBezTo>
                  <a:pt x="138906" y="12216"/>
                  <a:pt x="126690" y="0"/>
                  <a:pt x="111621" y="0"/>
                </a:cubicBezTo>
                <a:lnTo>
                  <a:pt x="99219" y="0"/>
                </a:lnTo>
                <a:cubicBezTo>
                  <a:pt x="93731" y="0"/>
                  <a:pt x="89297" y="4434"/>
                  <a:pt x="89297" y="9922"/>
                </a:cubicBezTo>
                <a:close/>
                <a:moveTo>
                  <a:pt x="109141" y="119062"/>
                </a:moveTo>
                <a:cubicBezTo>
                  <a:pt x="109141" y="124551"/>
                  <a:pt x="113574" y="128984"/>
                  <a:pt x="119062" y="128984"/>
                </a:cubicBezTo>
                <a:lnTo>
                  <a:pt x="128984" y="128984"/>
                </a:lnTo>
                <a:cubicBezTo>
                  <a:pt x="145417" y="128984"/>
                  <a:pt x="158750" y="115652"/>
                  <a:pt x="158750" y="99219"/>
                </a:cubicBezTo>
                <a:cubicBezTo>
                  <a:pt x="158750" y="82786"/>
                  <a:pt x="145417" y="69453"/>
                  <a:pt x="128984" y="69453"/>
                </a:cubicBez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119062" y="109141"/>
                </a:lnTo>
                <a:cubicBezTo>
                  <a:pt x="113574" y="109141"/>
                  <a:pt x="109141" y="113574"/>
                  <a:pt x="109141" y="119062"/>
                </a:cubicBezTo>
                <a:close/>
                <a:moveTo>
                  <a:pt x="39688" y="158750"/>
                </a:moveTo>
                <a:lnTo>
                  <a:pt x="52090" y="158750"/>
                </a:lnTo>
                <a:cubicBezTo>
                  <a:pt x="67159" y="158750"/>
                  <a:pt x="79375" y="146534"/>
                  <a:pt x="79375" y="131465"/>
                </a:cubicBezTo>
                <a:cubicBezTo>
                  <a:pt x="79375" y="116396"/>
                  <a:pt x="67159" y="104180"/>
                  <a:pt x="52090" y="104180"/>
                </a:cubicBezTo>
                <a:lnTo>
                  <a:pt x="9922" y="104180"/>
                </a:lnTo>
                <a:cubicBezTo>
                  <a:pt x="4434" y="104180"/>
                  <a:pt x="0" y="108614"/>
                  <a:pt x="0" y="114102"/>
                </a:cubicBezTo>
                <a:cubicBezTo>
                  <a:pt x="0" y="119590"/>
                  <a:pt x="4434" y="124023"/>
                  <a:pt x="9922" y="124023"/>
                </a:cubicBezTo>
                <a:lnTo>
                  <a:pt x="52090" y="124023"/>
                </a:lnTo>
                <a:cubicBezTo>
                  <a:pt x="56214" y="124023"/>
                  <a:pt x="59531" y="127341"/>
                  <a:pt x="59531" y="131465"/>
                </a:cubicBezTo>
                <a:cubicBezTo>
                  <a:pt x="59531" y="135589"/>
                  <a:pt x="56214" y="138906"/>
                  <a:pt x="52090" y="138906"/>
                </a:cubicBezTo>
                <a:lnTo>
                  <a:pt x="39688" y="138906"/>
                </a:lnTo>
                <a:cubicBezTo>
                  <a:pt x="34199" y="138906"/>
                  <a:pt x="29766" y="143340"/>
                  <a:pt x="29766" y="148828"/>
                </a:cubicBezTo>
                <a:cubicBezTo>
                  <a:pt x="29766" y="154316"/>
                  <a:pt x="34199" y="158750"/>
                  <a:pt x="39688" y="15875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8038" y="2609655"/>
            <a:ext cx="154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TailwindCSS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8038" y="2768405"/>
            <a:ext cx="1539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 KB bundle vs 300 KB Material-UI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4025" y="3057229"/>
            <a:ext cx="5443538" cy="1562100"/>
          </a:xfrm>
          <a:custGeom>
            <a:avLst/>
            <a:gdLst/>
            <a:ahLst/>
            <a:cxnLst/>
            <a:rect l="l" t="t" r="r" b="b"/>
            <a:pathLst>
              <a:path w="5443538" h="1562100">
                <a:moveTo>
                  <a:pt x="63499" y="0"/>
                </a:moveTo>
                <a:lnTo>
                  <a:pt x="5380038" y="0"/>
                </a:lnTo>
                <a:cubicBezTo>
                  <a:pt x="5415108" y="0"/>
                  <a:pt x="5443538" y="28430"/>
                  <a:pt x="5443538" y="63499"/>
                </a:cubicBezTo>
                <a:lnTo>
                  <a:pt x="5443538" y="1498601"/>
                </a:lnTo>
                <a:cubicBezTo>
                  <a:pt x="5443538" y="1533670"/>
                  <a:pt x="5415108" y="1562100"/>
                  <a:pt x="5380038" y="1562100"/>
                </a:cubicBezTo>
                <a:lnTo>
                  <a:pt x="63499" y="1562100"/>
                </a:lnTo>
                <a:cubicBezTo>
                  <a:pt x="28430" y="1562100"/>
                  <a:pt x="0" y="1533670"/>
                  <a:pt x="0" y="14986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A9D8F">
              <a:alpha val="10196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52450" y="3155652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Progressive Web App (PWA)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2450" y="3377902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No app store (install from browser)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2450" y="3568402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Works offline (5 MB cached data)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2450" y="3758902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Push notifications (alerts when closed)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2450" y="3949402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Auto-updates (no manual download)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2450" y="4139902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Cross-platform (Android, iOS, desktop)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2450" y="4362152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Cost: 3x cheaper than native apps (₹15K vs ₹50K)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62675" y="1146175"/>
            <a:ext cx="5705475" cy="1847850"/>
          </a:xfrm>
          <a:custGeom>
            <a:avLst/>
            <a:gdLst/>
            <a:ahLst/>
            <a:cxnLst/>
            <a:rect l="l" t="t" r="r" b="b"/>
            <a:pathLst>
              <a:path w="5705475" h="1847850">
                <a:moveTo>
                  <a:pt x="95257" y="0"/>
                </a:moveTo>
                <a:lnTo>
                  <a:pt x="5610218" y="0"/>
                </a:lnTo>
                <a:cubicBezTo>
                  <a:pt x="5662827" y="0"/>
                  <a:pt x="5705475" y="42648"/>
                  <a:pt x="5705475" y="95257"/>
                </a:cubicBezTo>
                <a:lnTo>
                  <a:pt x="5705475" y="1752593"/>
                </a:lnTo>
                <a:cubicBezTo>
                  <a:pt x="5705475" y="1805202"/>
                  <a:pt x="5662827" y="1847850"/>
                  <a:pt x="5610218" y="1847850"/>
                </a:cubicBezTo>
                <a:lnTo>
                  <a:pt x="95257" y="1847850"/>
                </a:lnTo>
                <a:cubicBezTo>
                  <a:pt x="42648" y="1847850"/>
                  <a:pt x="0" y="1805202"/>
                  <a:pt x="0" y="1752593"/>
                </a:cubicBezTo>
                <a:lnTo>
                  <a:pt x="0" y="95257"/>
                </a:lnTo>
                <a:cubicBezTo>
                  <a:pt x="0" y="42683"/>
                  <a:pt x="42683" y="0"/>
                  <a:pt x="95257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276975" y="127634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19850" y="1244598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(Homepage)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61100" y="1498598"/>
            <a:ext cx="5508625" cy="444500"/>
          </a:xfrm>
          <a:custGeom>
            <a:avLst/>
            <a:gdLst/>
            <a:ahLst/>
            <a:cxnLst/>
            <a:rect l="l" t="t" r="r" b="b"/>
            <a:pathLst>
              <a:path w="5508625" h="444500">
                <a:moveTo>
                  <a:pt x="63501" y="0"/>
                </a:moveTo>
                <a:lnTo>
                  <a:pt x="5445124" y="0"/>
                </a:lnTo>
                <a:cubicBezTo>
                  <a:pt x="5480195" y="0"/>
                  <a:pt x="5508625" y="28430"/>
                  <a:pt x="5508625" y="63501"/>
                </a:cubicBezTo>
                <a:lnTo>
                  <a:pt x="5508625" y="380999"/>
                </a:lnTo>
                <a:cubicBezTo>
                  <a:pt x="5508625" y="416070"/>
                  <a:pt x="5480195" y="444500"/>
                  <a:pt x="54451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324600" y="1562098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TODAY'S OVERVIEW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24600" y="1720755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alerts, Rooms online, Today's harvest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61100" y="1974755"/>
            <a:ext cx="5508625" cy="444500"/>
          </a:xfrm>
          <a:custGeom>
            <a:avLst/>
            <a:gdLst/>
            <a:ahLst/>
            <a:cxnLst/>
            <a:rect l="l" t="t" r="r" b="b"/>
            <a:pathLst>
              <a:path w="5508625" h="444500">
                <a:moveTo>
                  <a:pt x="63501" y="0"/>
                </a:moveTo>
                <a:lnTo>
                  <a:pt x="5445124" y="0"/>
                </a:lnTo>
                <a:cubicBezTo>
                  <a:pt x="5480195" y="0"/>
                  <a:pt x="5508625" y="28430"/>
                  <a:pt x="5508625" y="63501"/>
                </a:cubicBezTo>
                <a:lnTo>
                  <a:pt x="5508625" y="380999"/>
                </a:lnTo>
                <a:cubicBezTo>
                  <a:pt x="5508625" y="416070"/>
                  <a:pt x="5480195" y="444500"/>
                  <a:pt x="54451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324600" y="2038255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 STATUS GRID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24600" y="2196905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🟢 Green: Normal | 🟡 Yellow: Warning | 🔴 Red: Critical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61100" y="2450905"/>
            <a:ext cx="5508625" cy="444500"/>
          </a:xfrm>
          <a:custGeom>
            <a:avLst/>
            <a:gdLst/>
            <a:ahLst/>
            <a:cxnLst/>
            <a:rect l="l" t="t" r="r" b="b"/>
            <a:pathLst>
              <a:path w="5508625" h="444500">
                <a:moveTo>
                  <a:pt x="63501" y="0"/>
                </a:moveTo>
                <a:lnTo>
                  <a:pt x="5445124" y="0"/>
                </a:lnTo>
                <a:cubicBezTo>
                  <a:pt x="5480195" y="0"/>
                  <a:pt x="5508625" y="28430"/>
                  <a:pt x="5508625" y="63501"/>
                </a:cubicBezTo>
                <a:lnTo>
                  <a:pt x="5508625" y="380999"/>
                </a:lnTo>
                <a:cubicBezTo>
                  <a:pt x="5508625" y="416070"/>
                  <a:pt x="5480195" y="444500"/>
                  <a:pt x="54451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324600" y="2514405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ACTIONS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24600" y="2673054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Inventory, Create Batch, View Reports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62675" y="3095327"/>
            <a:ext cx="5705475" cy="990600"/>
          </a:xfrm>
          <a:custGeom>
            <a:avLst/>
            <a:gdLst/>
            <a:ahLst/>
            <a:cxnLst/>
            <a:rect l="l" t="t" r="r" b="b"/>
            <a:pathLst>
              <a:path w="5705475" h="990600">
                <a:moveTo>
                  <a:pt x="95246" y="0"/>
                </a:moveTo>
                <a:lnTo>
                  <a:pt x="5610229" y="0"/>
                </a:lnTo>
                <a:cubicBezTo>
                  <a:pt x="5662832" y="0"/>
                  <a:pt x="5705475" y="42643"/>
                  <a:pt x="5705475" y="95246"/>
                </a:cubicBezTo>
                <a:lnTo>
                  <a:pt x="5705475" y="895354"/>
                </a:lnTo>
                <a:cubicBezTo>
                  <a:pt x="5705475" y="947957"/>
                  <a:pt x="5662832" y="990600"/>
                  <a:pt x="5610229" y="990600"/>
                </a:cubicBezTo>
                <a:lnTo>
                  <a:pt x="95246" y="990600"/>
                </a:lnTo>
                <a:cubicBezTo>
                  <a:pt x="42643" y="990600"/>
                  <a:pt x="0" y="947957"/>
                  <a:pt x="0" y="895354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284912" y="3225501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15875"/>
                </a:moveTo>
                <a:lnTo>
                  <a:pt x="87313" y="15875"/>
                </a:lnTo>
                <a:lnTo>
                  <a:pt x="87313" y="119063"/>
                </a:lnTo>
                <a:cubicBezTo>
                  <a:pt x="87313" y="123453"/>
                  <a:pt x="90860" y="127000"/>
                  <a:pt x="95250" y="127000"/>
                </a:cubicBezTo>
                <a:lnTo>
                  <a:pt x="103188" y="127000"/>
                </a:lnTo>
                <a:cubicBezTo>
                  <a:pt x="107578" y="127000"/>
                  <a:pt x="111125" y="123453"/>
                  <a:pt x="111125" y="119063"/>
                </a:cubicBezTo>
                <a:cubicBezTo>
                  <a:pt x="111125" y="114672"/>
                  <a:pt x="107578" y="111125"/>
                  <a:pt x="103188" y="111125"/>
                </a:cubicBezTo>
                <a:lnTo>
                  <a:pt x="103188" y="15875"/>
                </a:lnTo>
                <a:cubicBezTo>
                  <a:pt x="103188" y="7119"/>
                  <a:pt x="96069" y="0"/>
                  <a:pt x="87313" y="0"/>
                </a:cubicBezTo>
                <a:lnTo>
                  <a:pt x="63500" y="0"/>
                </a:lnTo>
                <a:lnTo>
                  <a:pt x="63500" y="0"/>
                </a:lnTo>
                <a:lnTo>
                  <a:pt x="23812" y="0"/>
                </a:lnTo>
                <a:cubicBezTo>
                  <a:pt x="15056" y="0"/>
                  <a:pt x="7938" y="7119"/>
                  <a:pt x="7938" y="15875"/>
                </a:cubicBezTo>
                <a:lnTo>
                  <a:pt x="7938" y="111125"/>
                </a:lnTo>
                <a:cubicBezTo>
                  <a:pt x="3547" y="111125"/>
                  <a:pt x="0" y="114672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63500" y="127000"/>
                </a:lnTo>
                <a:cubicBezTo>
                  <a:pt x="67890" y="127000"/>
                  <a:pt x="71438" y="123453"/>
                  <a:pt x="71438" y="119063"/>
                </a:cubicBezTo>
                <a:lnTo>
                  <a:pt x="71438" y="15875"/>
                </a:lnTo>
                <a:close/>
                <a:moveTo>
                  <a:pt x="39688" y="63500"/>
                </a:moveTo>
                <a:cubicBezTo>
                  <a:pt x="39688" y="59119"/>
                  <a:pt x="43244" y="55563"/>
                  <a:pt x="47625" y="55563"/>
                </a:cubicBezTo>
                <a:cubicBezTo>
                  <a:pt x="52006" y="55563"/>
                  <a:pt x="55563" y="59119"/>
                  <a:pt x="55563" y="63500"/>
                </a:cubicBezTo>
                <a:cubicBezTo>
                  <a:pt x="55563" y="67881"/>
                  <a:pt x="52006" y="71438"/>
                  <a:pt x="47625" y="71438"/>
                </a:cubicBezTo>
                <a:cubicBezTo>
                  <a:pt x="43244" y="71438"/>
                  <a:pt x="39688" y="67881"/>
                  <a:pt x="39688" y="6350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19850" y="3193751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Room Detail Page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61100" y="3447751"/>
            <a:ext cx="556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Live sensor charts (last 24 hours)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61100" y="3638251"/>
            <a:ext cx="556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Current batch info (stage, expected harvest)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61100" y="3828751"/>
            <a:ext cx="556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HVAC controls (target temp, mode, emergency stop)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62675" y="4187532"/>
            <a:ext cx="5705475" cy="609600"/>
          </a:xfrm>
          <a:custGeom>
            <a:avLst/>
            <a:gdLst/>
            <a:ahLst/>
            <a:cxnLst/>
            <a:rect l="l" t="t" r="r" b="b"/>
            <a:pathLst>
              <a:path w="5705475" h="609600">
                <a:moveTo>
                  <a:pt x="95250" y="0"/>
                </a:moveTo>
                <a:lnTo>
                  <a:pt x="5610225" y="0"/>
                </a:lnTo>
                <a:cubicBezTo>
                  <a:pt x="5662795" y="0"/>
                  <a:pt x="5705475" y="42680"/>
                  <a:pt x="5705475" y="95250"/>
                </a:cubicBezTo>
                <a:lnTo>
                  <a:pt x="5705475" y="514350"/>
                </a:lnTo>
                <a:cubicBezTo>
                  <a:pt x="5705475" y="566955"/>
                  <a:pt x="5662830" y="609600"/>
                  <a:pt x="5610225" y="609600"/>
                </a:cubicBezTo>
                <a:lnTo>
                  <a:pt x="95250" y="609600"/>
                </a:lnTo>
                <a:cubicBezTo>
                  <a:pt x="42645" y="609600"/>
                  <a:pt x="0" y="566955"/>
                  <a:pt x="0" y="514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284912" y="431770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0"/>
                </a:moveTo>
                <a:cubicBezTo>
                  <a:pt x="51172" y="0"/>
                  <a:pt x="47625" y="3547"/>
                  <a:pt x="47625" y="7938"/>
                </a:cubicBezTo>
                <a:lnTo>
                  <a:pt x="47625" y="8731"/>
                </a:lnTo>
                <a:cubicBezTo>
                  <a:pt x="29518" y="12402"/>
                  <a:pt x="15875" y="28426"/>
                  <a:pt x="15875" y="47625"/>
                </a:cubicBezTo>
                <a:lnTo>
                  <a:pt x="15875" y="53008"/>
                </a:lnTo>
                <a:cubicBezTo>
                  <a:pt x="15875" y="64939"/>
                  <a:pt x="11807" y="76522"/>
                  <a:pt x="4366" y="85849"/>
                </a:cubicBezTo>
                <a:lnTo>
                  <a:pt x="1935" y="88875"/>
                </a:lnTo>
                <a:cubicBezTo>
                  <a:pt x="670" y="90438"/>
                  <a:pt x="0" y="92373"/>
                  <a:pt x="0" y="94382"/>
                </a:cubicBezTo>
                <a:cubicBezTo>
                  <a:pt x="0" y="99244"/>
                  <a:pt x="3944" y="103188"/>
                  <a:pt x="8806" y="103188"/>
                </a:cubicBezTo>
                <a:lnTo>
                  <a:pt x="102295" y="103188"/>
                </a:lnTo>
                <a:cubicBezTo>
                  <a:pt x="107156" y="103188"/>
                  <a:pt x="111100" y="99244"/>
                  <a:pt x="111100" y="94382"/>
                </a:cubicBezTo>
                <a:cubicBezTo>
                  <a:pt x="111100" y="92373"/>
                  <a:pt x="110430" y="90438"/>
                  <a:pt x="109165" y="88875"/>
                </a:cubicBezTo>
                <a:lnTo>
                  <a:pt x="106735" y="85849"/>
                </a:lnTo>
                <a:cubicBezTo>
                  <a:pt x="99318" y="76522"/>
                  <a:pt x="95250" y="64939"/>
                  <a:pt x="95250" y="53008"/>
                </a:cubicBezTo>
                <a:lnTo>
                  <a:pt x="95250" y="47625"/>
                </a:lnTo>
                <a:cubicBezTo>
                  <a:pt x="95250" y="28426"/>
                  <a:pt x="81607" y="12402"/>
                  <a:pt x="63500" y="8731"/>
                </a:cubicBezTo>
                <a:lnTo>
                  <a:pt x="63500" y="7937"/>
                </a:lnTo>
                <a:cubicBezTo>
                  <a:pt x="63500" y="3547"/>
                  <a:pt x="59953" y="0"/>
                  <a:pt x="55563" y="0"/>
                </a:cubicBezTo>
                <a:close/>
                <a:moveTo>
                  <a:pt x="40184" y="115094"/>
                </a:moveTo>
                <a:cubicBezTo>
                  <a:pt x="41945" y="121940"/>
                  <a:pt x="48171" y="127000"/>
                  <a:pt x="55563" y="127000"/>
                </a:cubicBezTo>
                <a:cubicBezTo>
                  <a:pt x="62954" y="127000"/>
                  <a:pt x="69180" y="121940"/>
                  <a:pt x="70941" y="115094"/>
                </a:cubicBezTo>
                <a:lnTo>
                  <a:pt x="40184" y="115094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419850" y="428595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Management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61100" y="4539955"/>
            <a:ext cx="5564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 view sorted by severity, filter by status, acknowledge/assign/resolve actions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0675" y="4898729"/>
            <a:ext cx="3784600" cy="1371600"/>
          </a:xfrm>
          <a:custGeom>
            <a:avLst/>
            <a:gdLst/>
            <a:ahLst/>
            <a:cxnLst/>
            <a:rect l="l" t="t" r="r" b="b"/>
            <a:pathLst>
              <a:path w="3784600" h="1371600">
                <a:moveTo>
                  <a:pt x="95244" y="0"/>
                </a:moveTo>
                <a:lnTo>
                  <a:pt x="3689356" y="0"/>
                </a:lnTo>
                <a:cubicBezTo>
                  <a:pt x="3741958" y="0"/>
                  <a:pt x="3784600" y="42642"/>
                  <a:pt x="3784600" y="95244"/>
                </a:cubicBezTo>
                <a:lnTo>
                  <a:pt x="3784600" y="1276356"/>
                </a:lnTo>
                <a:cubicBezTo>
                  <a:pt x="3784600" y="1328958"/>
                  <a:pt x="3741958" y="1371600"/>
                  <a:pt x="3689356" y="1371600"/>
                </a:cubicBezTo>
                <a:lnTo>
                  <a:pt x="95244" y="1371600"/>
                </a:lnTo>
                <a:cubicBezTo>
                  <a:pt x="42642" y="1371600"/>
                  <a:pt x="0" y="1328958"/>
                  <a:pt x="0" y="1276356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34975" y="50289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7547" y="85328"/>
                </a:moveTo>
                <a:lnTo>
                  <a:pt x="57547" y="69453"/>
                </a:lnTo>
                <a:lnTo>
                  <a:pt x="41672" y="69453"/>
                </a:lnTo>
                <a:cubicBezTo>
                  <a:pt x="38373" y="69453"/>
                  <a:pt x="35719" y="66799"/>
                  <a:pt x="35719" y="63500"/>
                </a:cubicBezTo>
                <a:cubicBezTo>
                  <a:pt x="35719" y="60201"/>
                  <a:pt x="38373" y="57547"/>
                  <a:pt x="41672" y="57547"/>
                </a:cubicBezTo>
                <a:lnTo>
                  <a:pt x="57547" y="57547"/>
                </a:lnTo>
                <a:lnTo>
                  <a:pt x="57547" y="41672"/>
                </a:lnTo>
                <a:cubicBezTo>
                  <a:pt x="57547" y="38373"/>
                  <a:pt x="60201" y="35719"/>
                  <a:pt x="63500" y="35719"/>
                </a:cubicBezTo>
                <a:cubicBezTo>
                  <a:pt x="66799" y="35719"/>
                  <a:pt x="69453" y="38373"/>
                  <a:pt x="69453" y="41672"/>
                </a:cubicBezTo>
                <a:lnTo>
                  <a:pt x="69453" y="57547"/>
                </a:lnTo>
                <a:lnTo>
                  <a:pt x="85328" y="57547"/>
                </a:lnTo>
                <a:cubicBezTo>
                  <a:pt x="88627" y="57547"/>
                  <a:pt x="91281" y="60201"/>
                  <a:pt x="91281" y="63500"/>
                </a:cubicBezTo>
                <a:cubicBezTo>
                  <a:pt x="91281" y="66799"/>
                  <a:pt x="88627" y="69453"/>
                  <a:pt x="85328" y="69453"/>
                </a:cubicBezTo>
                <a:lnTo>
                  <a:pt x="69453" y="69453"/>
                </a:lnTo>
                <a:lnTo>
                  <a:pt x="69453" y="85328"/>
                </a:lnTo>
                <a:cubicBezTo>
                  <a:pt x="69453" y="88627"/>
                  <a:pt x="66799" y="91281"/>
                  <a:pt x="63500" y="91281"/>
                </a:cubicBezTo>
                <a:cubicBezTo>
                  <a:pt x="60201" y="91281"/>
                  <a:pt x="57547" y="88627"/>
                  <a:pt x="57547" y="8532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77850" y="4997152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Creation Form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19100" y="52511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Room selection (available rooms only)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19100" y="54416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Mushroom variety (button/oyster/shiitake)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19100" y="56321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Bag count → Auto-calculates substrate weight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19100" y="58226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Pre-filled growth recipe from template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19100" y="60131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Inventory check (✅ in stock / ⚠️ low stock)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204692" y="4898729"/>
            <a:ext cx="3784600" cy="1371600"/>
          </a:xfrm>
          <a:custGeom>
            <a:avLst/>
            <a:gdLst/>
            <a:ahLst/>
            <a:cxnLst/>
            <a:rect l="l" t="t" r="r" b="b"/>
            <a:pathLst>
              <a:path w="3784600" h="1371600">
                <a:moveTo>
                  <a:pt x="95244" y="0"/>
                </a:moveTo>
                <a:lnTo>
                  <a:pt x="3689356" y="0"/>
                </a:lnTo>
                <a:cubicBezTo>
                  <a:pt x="3741958" y="0"/>
                  <a:pt x="3784600" y="42642"/>
                  <a:pt x="3784600" y="95244"/>
                </a:cubicBezTo>
                <a:lnTo>
                  <a:pt x="3784600" y="1276356"/>
                </a:lnTo>
                <a:cubicBezTo>
                  <a:pt x="3784600" y="1328958"/>
                  <a:pt x="3741958" y="1371600"/>
                  <a:pt x="3689356" y="1371600"/>
                </a:cubicBezTo>
                <a:lnTo>
                  <a:pt x="95244" y="1371600"/>
                </a:lnTo>
                <a:cubicBezTo>
                  <a:pt x="42642" y="1371600"/>
                  <a:pt x="0" y="1328958"/>
                  <a:pt x="0" y="1276356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4311055" y="502890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27099" y="59531"/>
                </a:moveTo>
                <a:lnTo>
                  <a:pt x="83443" y="59531"/>
                </a:lnTo>
                <a:cubicBezTo>
                  <a:pt x="79053" y="59531"/>
                  <a:pt x="75505" y="55984"/>
                  <a:pt x="75505" y="51594"/>
                </a:cubicBezTo>
                <a:lnTo>
                  <a:pt x="75505" y="7938"/>
                </a:lnTo>
                <a:cubicBezTo>
                  <a:pt x="75505" y="3547"/>
                  <a:pt x="79077" y="-50"/>
                  <a:pt x="83418" y="521"/>
                </a:cubicBezTo>
                <a:cubicBezTo>
                  <a:pt x="109959" y="4043"/>
                  <a:pt x="130994" y="25078"/>
                  <a:pt x="134516" y="51619"/>
                </a:cubicBezTo>
                <a:cubicBezTo>
                  <a:pt x="135086" y="55959"/>
                  <a:pt x="131490" y="59531"/>
                  <a:pt x="127099" y="59531"/>
                </a:cubicBezTo>
                <a:close/>
                <a:moveTo>
                  <a:pt x="55215" y="9227"/>
                </a:moveTo>
                <a:cubicBezTo>
                  <a:pt x="59705" y="8285"/>
                  <a:pt x="63599" y="11956"/>
                  <a:pt x="63599" y="16545"/>
                </a:cubicBezTo>
                <a:lnTo>
                  <a:pt x="63599" y="65484"/>
                </a:lnTo>
                <a:cubicBezTo>
                  <a:pt x="63599" y="66873"/>
                  <a:pt x="64095" y="68213"/>
                  <a:pt x="64963" y="69279"/>
                </a:cubicBezTo>
                <a:lnTo>
                  <a:pt x="97730" y="108818"/>
                </a:lnTo>
                <a:cubicBezTo>
                  <a:pt x="100633" y="112316"/>
                  <a:pt x="100013" y="117599"/>
                  <a:pt x="96019" y="119757"/>
                </a:cubicBezTo>
                <a:cubicBezTo>
                  <a:pt x="87561" y="124371"/>
                  <a:pt x="77862" y="127000"/>
                  <a:pt x="67568" y="127000"/>
                </a:cubicBezTo>
                <a:cubicBezTo>
                  <a:pt x="34702" y="127000"/>
                  <a:pt x="8037" y="100335"/>
                  <a:pt x="8037" y="67469"/>
                </a:cubicBezTo>
                <a:cubicBezTo>
                  <a:pt x="8037" y="38819"/>
                  <a:pt x="28253" y="14908"/>
                  <a:pt x="55215" y="9227"/>
                </a:cubicBezTo>
                <a:close/>
                <a:moveTo>
                  <a:pt x="118517" y="71438"/>
                </a:moveTo>
                <a:lnTo>
                  <a:pt x="134392" y="71438"/>
                </a:lnTo>
                <a:cubicBezTo>
                  <a:pt x="138981" y="71438"/>
                  <a:pt x="142652" y="75332"/>
                  <a:pt x="141709" y="79821"/>
                </a:cubicBezTo>
                <a:cubicBezTo>
                  <a:pt x="139179" y="91827"/>
                  <a:pt x="133028" y="102493"/>
                  <a:pt x="124445" y="110629"/>
                </a:cubicBezTo>
                <a:cubicBezTo>
                  <a:pt x="121394" y="113531"/>
                  <a:pt x="116607" y="112911"/>
                  <a:pt x="113928" y="109662"/>
                </a:cubicBezTo>
                <a:lnTo>
                  <a:pt x="92993" y="84435"/>
                </a:lnTo>
                <a:cubicBezTo>
                  <a:pt x="88702" y="79251"/>
                  <a:pt x="92397" y="71438"/>
                  <a:pt x="99095" y="71438"/>
                </a:cubicBezTo>
                <a:lnTo>
                  <a:pt x="118492" y="71438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461867" y="4997152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Reports &amp; Analytics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303117" y="52511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Yield trends (kg/month over 12 months)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303117" y="54416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Contamination analysis (by room, by stage)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303117" y="56321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Financial P&amp;L (revenue, costs, profit)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303117" y="58226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Export: PDF, Excel, Email Report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088809" y="4898729"/>
            <a:ext cx="3784600" cy="1371600"/>
          </a:xfrm>
          <a:custGeom>
            <a:avLst/>
            <a:gdLst/>
            <a:ahLst/>
            <a:cxnLst/>
            <a:rect l="l" t="t" r="r" b="b"/>
            <a:pathLst>
              <a:path w="3784600" h="1371600">
                <a:moveTo>
                  <a:pt x="95244" y="0"/>
                </a:moveTo>
                <a:lnTo>
                  <a:pt x="3689356" y="0"/>
                </a:lnTo>
                <a:cubicBezTo>
                  <a:pt x="3741958" y="0"/>
                  <a:pt x="3784600" y="42642"/>
                  <a:pt x="3784600" y="95244"/>
                </a:cubicBezTo>
                <a:lnTo>
                  <a:pt x="3784600" y="1276356"/>
                </a:lnTo>
                <a:cubicBezTo>
                  <a:pt x="3784600" y="1328958"/>
                  <a:pt x="3741958" y="1371600"/>
                  <a:pt x="3689356" y="1371600"/>
                </a:cubicBezTo>
                <a:lnTo>
                  <a:pt x="95244" y="1371600"/>
                </a:lnTo>
                <a:cubicBezTo>
                  <a:pt x="42642" y="1371600"/>
                  <a:pt x="0" y="1328958"/>
                  <a:pt x="0" y="1276356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8218984" y="502890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969" y="15875"/>
                </a:moveTo>
                <a:cubicBezTo>
                  <a:pt x="3969" y="7119"/>
                  <a:pt x="11088" y="0"/>
                  <a:pt x="19844" y="0"/>
                </a:cubicBezTo>
                <a:lnTo>
                  <a:pt x="75406" y="0"/>
                </a:lnTo>
                <a:cubicBezTo>
                  <a:pt x="84162" y="0"/>
                  <a:pt x="91281" y="7119"/>
                  <a:pt x="91281" y="15875"/>
                </a:cubicBezTo>
                <a:lnTo>
                  <a:pt x="91281" y="111125"/>
                </a:lnTo>
                <a:cubicBezTo>
                  <a:pt x="91281" y="119881"/>
                  <a:pt x="84162" y="127000"/>
                  <a:pt x="75406" y="127000"/>
                </a:cubicBezTo>
                <a:lnTo>
                  <a:pt x="19844" y="127000"/>
                </a:lnTo>
                <a:cubicBezTo>
                  <a:pt x="11088" y="127000"/>
                  <a:pt x="3969" y="119881"/>
                  <a:pt x="3969" y="111125"/>
                </a:cubicBezTo>
                <a:lnTo>
                  <a:pt x="3969" y="15875"/>
                </a:lnTo>
                <a:close/>
                <a:moveTo>
                  <a:pt x="19844" y="15875"/>
                </a:moveTo>
                <a:lnTo>
                  <a:pt x="19844" y="91281"/>
                </a:lnTo>
                <a:lnTo>
                  <a:pt x="75406" y="91281"/>
                </a:lnTo>
                <a:lnTo>
                  <a:pt x="75406" y="15875"/>
                </a:lnTo>
                <a:lnTo>
                  <a:pt x="19844" y="15875"/>
                </a:lnTo>
                <a:close/>
                <a:moveTo>
                  <a:pt x="47625" y="117078"/>
                </a:moveTo>
                <a:cubicBezTo>
                  <a:pt x="52015" y="117078"/>
                  <a:pt x="55563" y="113531"/>
                  <a:pt x="55563" y="109141"/>
                </a:cubicBezTo>
                <a:cubicBezTo>
                  <a:pt x="55563" y="104750"/>
                  <a:pt x="52015" y="101203"/>
                  <a:pt x="47625" y="101203"/>
                </a:cubicBezTo>
                <a:cubicBezTo>
                  <a:pt x="43235" y="101203"/>
                  <a:pt x="39688" y="104750"/>
                  <a:pt x="39688" y="109141"/>
                </a:cubicBezTo>
                <a:cubicBezTo>
                  <a:pt x="39688" y="113531"/>
                  <a:pt x="43235" y="117078"/>
                  <a:pt x="47625" y="11707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8345984" y="4997152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Mobile-Specific Features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187234" y="52511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Large touch targets (44×44 px minimum)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187234" y="54416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Camera access (contamination photos)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187234" y="56321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QR scanner (batch labels)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187234" y="58226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Voice notes (record observations)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187234" y="6013152"/>
            <a:ext cx="364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Offline mode (last 24hr data cached)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20675" y="6371926"/>
            <a:ext cx="11547475" cy="736600"/>
          </a:xfrm>
          <a:custGeom>
            <a:avLst/>
            <a:gdLst/>
            <a:ahLst/>
            <a:cxnLst/>
            <a:rect l="l" t="t" r="r" b="b"/>
            <a:pathLst>
              <a:path w="11547475" h="736600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641350"/>
                </a:lnTo>
                <a:cubicBezTo>
                  <a:pt x="11547475" y="693955"/>
                  <a:pt x="11504830" y="736600"/>
                  <a:pt x="11452225" y="736600"/>
                </a:cubicBezTo>
                <a:lnTo>
                  <a:pt x="95250" y="736600"/>
                </a:lnTo>
                <a:cubicBezTo>
                  <a:pt x="42680" y="736600"/>
                  <a:pt x="0" y="693920"/>
                  <a:pt x="0" y="641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391319" y="647035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Load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379412" y="6660857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3.2 sec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395287" y="6883107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3G network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3261519" y="647035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Lighthouse Score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3249612" y="6660857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92/100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3265487" y="6883107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benchmark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131719" y="647035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Bundle Size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119813" y="6660857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180 KB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135688" y="6883107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gzipped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9001919" y="6470357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 Rendering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8990012" y="6660857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320ms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9005887" y="6883107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1000 data points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5727" y="46831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5016" y="57429"/>
                </a:moveTo>
                <a:cubicBezTo>
                  <a:pt x="120886" y="60164"/>
                  <a:pt x="116142" y="62368"/>
                  <a:pt x="111203" y="64126"/>
                </a:cubicBezTo>
                <a:cubicBezTo>
                  <a:pt x="98087" y="68814"/>
                  <a:pt x="80869" y="71438"/>
                  <a:pt x="62508" y="71438"/>
                </a:cubicBezTo>
                <a:cubicBezTo>
                  <a:pt x="44146" y="71438"/>
                  <a:pt x="26901" y="68786"/>
                  <a:pt x="13813" y="64126"/>
                </a:cubicBezTo>
                <a:cubicBezTo>
                  <a:pt x="8902" y="62368"/>
                  <a:pt x="4130" y="60164"/>
                  <a:pt x="0" y="57429"/>
                </a:cubicBezTo>
                <a:lnTo>
                  <a:pt x="0" y="80367"/>
                </a:lnTo>
                <a:cubicBezTo>
                  <a:pt x="0" y="92701"/>
                  <a:pt x="27989" y="102691"/>
                  <a:pt x="62508" y="102691"/>
                </a:cubicBezTo>
                <a:cubicBezTo>
                  <a:pt x="97027" y="102691"/>
                  <a:pt x="125016" y="92701"/>
                  <a:pt x="125016" y="80367"/>
                </a:cubicBezTo>
                <a:lnTo>
                  <a:pt x="125016" y="57429"/>
                </a:lnTo>
                <a:close/>
                <a:moveTo>
                  <a:pt x="125016" y="35719"/>
                </a:moveTo>
                <a:lnTo>
                  <a:pt x="125016" y="22324"/>
                </a:lnTo>
                <a:cubicBezTo>
                  <a:pt x="125016" y="9990"/>
                  <a:pt x="97027" y="0"/>
                  <a:pt x="62508" y="0"/>
                </a:cubicBezTo>
                <a:cubicBezTo>
                  <a:pt x="27989" y="0"/>
                  <a:pt x="0" y="9990"/>
                  <a:pt x="0" y="22324"/>
                </a:cubicBezTo>
                <a:lnTo>
                  <a:pt x="0" y="35719"/>
                </a:lnTo>
                <a:cubicBezTo>
                  <a:pt x="0" y="48053"/>
                  <a:pt x="27989" y="58043"/>
                  <a:pt x="62508" y="58043"/>
                </a:cubicBezTo>
                <a:cubicBezTo>
                  <a:pt x="97027" y="58043"/>
                  <a:pt x="125016" y="48053"/>
                  <a:pt x="125016" y="35719"/>
                </a:cubicBezTo>
                <a:close/>
                <a:moveTo>
                  <a:pt x="111203" y="108775"/>
                </a:moveTo>
                <a:cubicBezTo>
                  <a:pt x="98115" y="113435"/>
                  <a:pt x="80897" y="116086"/>
                  <a:pt x="62508" y="116086"/>
                </a:cubicBezTo>
                <a:cubicBezTo>
                  <a:pt x="44118" y="116086"/>
                  <a:pt x="26901" y="113435"/>
                  <a:pt x="13813" y="108775"/>
                </a:cubicBezTo>
                <a:cubicBezTo>
                  <a:pt x="8902" y="107017"/>
                  <a:pt x="4130" y="104812"/>
                  <a:pt x="0" y="102077"/>
                </a:cubicBezTo>
                <a:lnTo>
                  <a:pt x="0" y="120551"/>
                </a:lnTo>
                <a:cubicBezTo>
                  <a:pt x="0" y="132885"/>
                  <a:pt x="27989" y="142875"/>
                  <a:pt x="62508" y="142875"/>
                </a:cubicBezTo>
                <a:cubicBezTo>
                  <a:pt x="97027" y="142875"/>
                  <a:pt x="125016" y="132885"/>
                  <a:pt x="125016" y="120551"/>
                </a:cubicBezTo>
                <a:lnTo>
                  <a:pt x="125016" y="102077"/>
                </a:lnTo>
                <a:cubicBezTo>
                  <a:pt x="120886" y="104812"/>
                  <a:pt x="116142" y="107017"/>
                  <a:pt x="111203" y="108775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345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3516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Multi-Tenant Data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15 (Cloud) + Redis with Row-Level Security (RLS) isolation and 11 core tables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5705475" cy="2570162"/>
          </a:xfrm>
          <a:custGeom>
            <a:avLst/>
            <a:gdLst/>
            <a:ahLst/>
            <a:cxnLst/>
            <a:rect l="l" t="t" r="r" b="b"/>
            <a:pathLst>
              <a:path w="5705475" h="2570162">
                <a:moveTo>
                  <a:pt x="95250" y="0"/>
                </a:moveTo>
                <a:lnTo>
                  <a:pt x="5610225" y="0"/>
                </a:lnTo>
                <a:cubicBezTo>
                  <a:pt x="5662830" y="0"/>
                  <a:pt x="5705475" y="42645"/>
                  <a:pt x="5705475" y="95250"/>
                </a:cubicBezTo>
                <a:lnTo>
                  <a:pt x="5705475" y="2474912"/>
                </a:lnTo>
                <a:cubicBezTo>
                  <a:pt x="5705475" y="2527518"/>
                  <a:pt x="5662830" y="2570163"/>
                  <a:pt x="5610225" y="2570163"/>
                </a:cubicBezTo>
                <a:lnTo>
                  <a:pt x="95250" y="2570162"/>
                </a:lnTo>
                <a:cubicBezTo>
                  <a:pt x="42645" y="2570163"/>
                  <a:pt x="0" y="2527518"/>
                  <a:pt x="0" y="2474912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9623" y="1316036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44648"/>
                </a:lnTo>
                <a:cubicBezTo>
                  <a:pt x="0" y="54499"/>
                  <a:pt x="8009" y="62508"/>
                  <a:pt x="17859" y="62508"/>
                </a:cubicBezTo>
                <a:lnTo>
                  <a:pt x="107156" y="62508"/>
                </a:lnTo>
                <a:cubicBezTo>
                  <a:pt x="117007" y="62508"/>
                  <a:pt x="125016" y="54499"/>
                  <a:pt x="125016" y="44648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78135" y="29021"/>
                </a:moveTo>
                <a:cubicBezTo>
                  <a:pt x="81831" y="29021"/>
                  <a:pt x="84832" y="32022"/>
                  <a:pt x="84832" y="35719"/>
                </a:cubicBezTo>
                <a:cubicBezTo>
                  <a:pt x="84832" y="39415"/>
                  <a:pt x="81831" y="42416"/>
                  <a:pt x="78135" y="42416"/>
                </a:cubicBezTo>
                <a:cubicBezTo>
                  <a:pt x="74438" y="42416"/>
                  <a:pt x="71438" y="39415"/>
                  <a:pt x="71438" y="35719"/>
                </a:cubicBezTo>
                <a:cubicBezTo>
                  <a:pt x="71438" y="32022"/>
                  <a:pt x="74438" y="29021"/>
                  <a:pt x="78135" y="29021"/>
                </a:cubicBezTo>
                <a:close/>
                <a:moveTo>
                  <a:pt x="93762" y="35719"/>
                </a:moveTo>
                <a:cubicBezTo>
                  <a:pt x="93762" y="32022"/>
                  <a:pt x="96763" y="29021"/>
                  <a:pt x="100459" y="29021"/>
                </a:cubicBezTo>
                <a:cubicBezTo>
                  <a:pt x="104155" y="29021"/>
                  <a:pt x="107156" y="32022"/>
                  <a:pt x="107156" y="35719"/>
                </a:cubicBezTo>
                <a:cubicBezTo>
                  <a:pt x="107156" y="39415"/>
                  <a:pt x="104155" y="42416"/>
                  <a:pt x="100459" y="42416"/>
                </a:cubicBezTo>
                <a:cubicBezTo>
                  <a:pt x="96763" y="42416"/>
                  <a:pt x="93762" y="39415"/>
                  <a:pt x="93762" y="35719"/>
                </a:cubicBezTo>
                <a:close/>
                <a:moveTo>
                  <a:pt x="17859" y="80367"/>
                </a:moveTo>
                <a:cubicBezTo>
                  <a:pt x="8009" y="80367"/>
                  <a:pt x="0" y="88376"/>
                  <a:pt x="0" y="98227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98227"/>
                </a:lnTo>
                <a:cubicBezTo>
                  <a:pt x="125016" y="88376"/>
                  <a:pt x="117007" y="80367"/>
                  <a:pt x="107156" y="80367"/>
                </a:cubicBezTo>
                <a:lnTo>
                  <a:pt x="17859" y="80367"/>
                </a:lnTo>
                <a:close/>
                <a:moveTo>
                  <a:pt x="78135" y="100459"/>
                </a:moveTo>
                <a:cubicBezTo>
                  <a:pt x="81831" y="100459"/>
                  <a:pt x="84832" y="103460"/>
                  <a:pt x="84832" y="107156"/>
                </a:cubicBezTo>
                <a:cubicBezTo>
                  <a:pt x="84832" y="110853"/>
                  <a:pt x="81831" y="113854"/>
                  <a:pt x="78135" y="113854"/>
                </a:cubicBezTo>
                <a:cubicBezTo>
                  <a:pt x="74438" y="113854"/>
                  <a:pt x="71438" y="110853"/>
                  <a:pt x="71438" y="107156"/>
                </a:cubicBezTo>
                <a:cubicBezTo>
                  <a:pt x="71438" y="103460"/>
                  <a:pt x="74438" y="100459"/>
                  <a:pt x="78135" y="100459"/>
                </a:cubicBezTo>
                <a:close/>
                <a:moveTo>
                  <a:pt x="93762" y="107156"/>
                </a:moveTo>
                <a:cubicBezTo>
                  <a:pt x="93762" y="103460"/>
                  <a:pt x="96763" y="100459"/>
                  <a:pt x="100459" y="100459"/>
                </a:cubicBezTo>
                <a:cubicBezTo>
                  <a:pt x="104155" y="100459"/>
                  <a:pt x="107156" y="103460"/>
                  <a:pt x="107156" y="107156"/>
                </a:cubicBezTo>
                <a:cubicBezTo>
                  <a:pt x="107156" y="110853"/>
                  <a:pt x="104155" y="113854"/>
                  <a:pt x="100459" y="113854"/>
                </a:cubicBezTo>
                <a:cubicBezTo>
                  <a:pt x="96763" y="113854"/>
                  <a:pt x="93762" y="110853"/>
                  <a:pt x="93762" y="107156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3412" y="1276348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Technology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4025" y="1597023"/>
            <a:ext cx="5443538" cy="958850"/>
          </a:xfrm>
          <a:custGeom>
            <a:avLst/>
            <a:gdLst/>
            <a:ahLst/>
            <a:cxnLst/>
            <a:rect l="l" t="t" r="r" b="b"/>
            <a:pathLst>
              <a:path w="5443538" h="958850">
                <a:moveTo>
                  <a:pt x="63505" y="0"/>
                </a:moveTo>
                <a:lnTo>
                  <a:pt x="5380033" y="0"/>
                </a:lnTo>
                <a:cubicBezTo>
                  <a:pt x="5415106" y="0"/>
                  <a:pt x="5443538" y="28432"/>
                  <a:pt x="5443538" y="63505"/>
                </a:cubicBezTo>
                <a:lnTo>
                  <a:pt x="5443538" y="895345"/>
                </a:lnTo>
                <a:cubicBezTo>
                  <a:pt x="5443538" y="930418"/>
                  <a:pt x="5415106" y="958850"/>
                  <a:pt x="5380033" y="958850"/>
                </a:cubicBezTo>
                <a:lnTo>
                  <a:pt x="63505" y="958850"/>
                </a:lnTo>
                <a:cubicBezTo>
                  <a:pt x="28432" y="958850"/>
                  <a:pt x="0" y="930418"/>
                  <a:pt x="0" y="895345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2A9D8F">
              <a:alpha val="10196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52450" y="1695455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15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2450" y="1885955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World's most advanced open-source database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2450" y="2076455"/>
            <a:ext cx="529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ACID compliant (data integrity guaranteed)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2450" y="2203354"/>
            <a:ext cx="529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JSON support (flexible data storage)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2450" y="2330253"/>
            <a:ext cx="529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15,000 inserts/second on edge server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4025" y="2625426"/>
            <a:ext cx="5443538" cy="958850"/>
          </a:xfrm>
          <a:custGeom>
            <a:avLst/>
            <a:gdLst/>
            <a:ahLst/>
            <a:cxnLst/>
            <a:rect l="l" t="t" r="r" b="b"/>
            <a:pathLst>
              <a:path w="5443538" h="958850">
                <a:moveTo>
                  <a:pt x="63505" y="0"/>
                </a:moveTo>
                <a:lnTo>
                  <a:pt x="5380033" y="0"/>
                </a:lnTo>
                <a:cubicBezTo>
                  <a:pt x="5415106" y="0"/>
                  <a:pt x="5443538" y="28432"/>
                  <a:pt x="5443538" y="63505"/>
                </a:cubicBezTo>
                <a:lnTo>
                  <a:pt x="5443538" y="895345"/>
                </a:lnTo>
                <a:cubicBezTo>
                  <a:pt x="5443538" y="930418"/>
                  <a:pt x="5415106" y="958850"/>
                  <a:pt x="5380033" y="958850"/>
                </a:cubicBezTo>
                <a:lnTo>
                  <a:pt x="63505" y="958850"/>
                </a:lnTo>
                <a:cubicBezTo>
                  <a:pt x="28432" y="958850"/>
                  <a:pt x="0" y="930418"/>
                  <a:pt x="0" y="895345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2A9D8F">
              <a:alpha val="10196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52450" y="2723857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TimescaleDB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2450" y="2914357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extension for time-series data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2450" y="3104857"/>
            <a:ext cx="529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10-100x faster queries on sensor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2450" y="3231756"/>
            <a:ext cx="529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90% storage savings after 7 days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2450" y="3358655"/>
            <a:ext cx="5294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Continuous aggregates (hourly/daily)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62675" y="1146175"/>
            <a:ext cx="5705475" cy="2570162"/>
          </a:xfrm>
          <a:custGeom>
            <a:avLst/>
            <a:gdLst/>
            <a:ahLst/>
            <a:cxnLst/>
            <a:rect l="l" t="t" r="r" b="b"/>
            <a:pathLst>
              <a:path w="5705475" h="2570162">
                <a:moveTo>
                  <a:pt x="95250" y="0"/>
                </a:moveTo>
                <a:lnTo>
                  <a:pt x="5610225" y="0"/>
                </a:lnTo>
                <a:cubicBezTo>
                  <a:pt x="5662830" y="0"/>
                  <a:pt x="5705475" y="42645"/>
                  <a:pt x="5705475" y="95250"/>
                </a:cubicBezTo>
                <a:lnTo>
                  <a:pt x="5705475" y="2474912"/>
                </a:lnTo>
                <a:cubicBezTo>
                  <a:pt x="5705475" y="2527518"/>
                  <a:pt x="5662830" y="2570163"/>
                  <a:pt x="5610225" y="2570163"/>
                </a:cubicBezTo>
                <a:lnTo>
                  <a:pt x="95250" y="2570162"/>
                </a:lnTo>
                <a:cubicBezTo>
                  <a:pt x="42645" y="2570163"/>
                  <a:pt x="0" y="2527518"/>
                  <a:pt x="0" y="2474912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12694" y="131603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64880" y="1451"/>
                </a:moveTo>
                <a:cubicBezTo>
                  <a:pt x="69038" y="-474"/>
                  <a:pt x="73837" y="-474"/>
                  <a:pt x="77995" y="1451"/>
                </a:cubicBezTo>
                <a:lnTo>
                  <a:pt x="138996" y="29635"/>
                </a:lnTo>
                <a:cubicBezTo>
                  <a:pt x="141368" y="30724"/>
                  <a:pt x="142875" y="33096"/>
                  <a:pt x="142875" y="35719"/>
                </a:cubicBezTo>
                <a:cubicBezTo>
                  <a:pt x="142875" y="38342"/>
                  <a:pt x="141368" y="40714"/>
                  <a:pt x="138996" y="41802"/>
                </a:cubicBezTo>
                <a:lnTo>
                  <a:pt x="77995" y="69986"/>
                </a:lnTo>
                <a:cubicBezTo>
                  <a:pt x="73837" y="71912"/>
                  <a:pt x="69038" y="71912"/>
                  <a:pt x="64880" y="69986"/>
                </a:cubicBezTo>
                <a:lnTo>
                  <a:pt x="3879" y="41802"/>
                </a:lnTo>
                <a:cubicBezTo>
                  <a:pt x="1507" y="40686"/>
                  <a:pt x="0" y="38314"/>
                  <a:pt x="0" y="35719"/>
                </a:cubicBezTo>
                <a:cubicBezTo>
                  <a:pt x="0" y="33124"/>
                  <a:pt x="1507" y="30724"/>
                  <a:pt x="3879" y="29635"/>
                </a:cubicBezTo>
                <a:lnTo>
                  <a:pt x="64880" y="1451"/>
                </a:lnTo>
                <a:close/>
                <a:moveTo>
                  <a:pt x="13422" y="60945"/>
                </a:moveTo>
                <a:lnTo>
                  <a:pt x="59271" y="82125"/>
                </a:lnTo>
                <a:cubicBezTo>
                  <a:pt x="67001" y="85697"/>
                  <a:pt x="75902" y="85697"/>
                  <a:pt x="83632" y="82125"/>
                </a:cubicBezTo>
                <a:lnTo>
                  <a:pt x="129480" y="60945"/>
                </a:lnTo>
                <a:lnTo>
                  <a:pt x="138996" y="65354"/>
                </a:lnTo>
                <a:cubicBezTo>
                  <a:pt x="141368" y="66442"/>
                  <a:pt x="142875" y="68814"/>
                  <a:pt x="142875" y="71438"/>
                </a:cubicBezTo>
                <a:cubicBezTo>
                  <a:pt x="142875" y="74061"/>
                  <a:pt x="141368" y="76433"/>
                  <a:pt x="138996" y="77521"/>
                </a:cubicBezTo>
                <a:lnTo>
                  <a:pt x="77995" y="105705"/>
                </a:lnTo>
                <a:cubicBezTo>
                  <a:pt x="73837" y="107631"/>
                  <a:pt x="69038" y="107631"/>
                  <a:pt x="64880" y="105705"/>
                </a:cubicBezTo>
                <a:lnTo>
                  <a:pt x="3879" y="77521"/>
                </a:lnTo>
                <a:cubicBezTo>
                  <a:pt x="1507" y="76405"/>
                  <a:pt x="0" y="74033"/>
                  <a:pt x="0" y="71438"/>
                </a:cubicBezTo>
                <a:cubicBezTo>
                  <a:pt x="0" y="68842"/>
                  <a:pt x="1507" y="66442"/>
                  <a:pt x="3879" y="65354"/>
                </a:cubicBezTo>
                <a:lnTo>
                  <a:pt x="13395" y="60945"/>
                </a:lnTo>
                <a:close/>
                <a:moveTo>
                  <a:pt x="3879" y="101073"/>
                </a:moveTo>
                <a:lnTo>
                  <a:pt x="13395" y="96664"/>
                </a:lnTo>
                <a:lnTo>
                  <a:pt x="59243" y="117844"/>
                </a:lnTo>
                <a:cubicBezTo>
                  <a:pt x="66973" y="121416"/>
                  <a:pt x="75874" y="121416"/>
                  <a:pt x="83604" y="117844"/>
                </a:cubicBezTo>
                <a:lnTo>
                  <a:pt x="129453" y="96664"/>
                </a:lnTo>
                <a:lnTo>
                  <a:pt x="138968" y="101073"/>
                </a:lnTo>
                <a:cubicBezTo>
                  <a:pt x="141340" y="102161"/>
                  <a:pt x="142847" y="104533"/>
                  <a:pt x="142847" y="107156"/>
                </a:cubicBezTo>
                <a:cubicBezTo>
                  <a:pt x="142847" y="109779"/>
                  <a:pt x="141340" y="112151"/>
                  <a:pt x="138968" y="113240"/>
                </a:cubicBezTo>
                <a:lnTo>
                  <a:pt x="77967" y="141424"/>
                </a:lnTo>
                <a:cubicBezTo>
                  <a:pt x="73809" y="143349"/>
                  <a:pt x="69010" y="143349"/>
                  <a:pt x="64852" y="141424"/>
                </a:cubicBezTo>
                <a:lnTo>
                  <a:pt x="3879" y="113240"/>
                </a:lnTo>
                <a:cubicBezTo>
                  <a:pt x="1507" y="112123"/>
                  <a:pt x="0" y="109751"/>
                  <a:pt x="0" y="107156"/>
                </a:cubicBezTo>
                <a:cubicBezTo>
                  <a:pt x="0" y="104561"/>
                  <a:pt x="1507" y="102161"/>
                  <a:pt x="3879" y="10107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75412" y="1276348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Multi-Tenant Isolation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92850" y="1593848"/>
            <a:ext cx="5445125" cy="508000"/>
          </a:xfrm>
          <a:custGeom>
            <a:avLst/>
            <a:gdLst/>
            <a:ahLst/>
            <a:cxnLst/>
            <a:rect l="l" t="t" r="r" b="b"/>
            <a:pathLst>
              <a:path w="5445125" h="5080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444500"/>
                </a:lnTo>
                <a:cubicBezTo>
                  <a:pt x="5445125" y="479547"/>
                  <a:pt x="5416672" y="508000"/>
                  <a:pt x="538162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88100" y="1689098"/>
            <a:ext cx="5302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SCHEMA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88100" y="1847755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all farms, subscriptions, billing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92850" y="2165255"/>
            <a:ext cx="5445125" cy="508000"/>
          </a:xfrm>
          <a:custGeom>
            <a:avLst/>
            <a:gdLst/>
            <a:ahLst/>
            <a:cxnLst/>
            <a:rect l="l" t="t" r="r" b="b"/>
            <a:pathLst>
              <a:path w="5445125" h="5080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444500"/>
                </a:lnTo>
                <a:cubicBezTo>
                  <a:pt x="5445125" y="479547"/>
                  <a:pt x="5416672" y="508000"/>
                  <a:pt x="5381625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88100" y="2260505"/>
            <a:ext cx="5302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 SCHEMAS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88100" y="2419155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farm_101, farm_102, etc. (each isolated)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96025" y="2739830"/>
            <a:ext cx="5443538" cy="546100"/>
          </a:xfrm>
          <a:custGeom>
            <a:avLst/>
            <a:gdLst/>
            <a:ahLst/>
            <a:cxnLst/>
            <a:rect l="l" t="t" r="r" b="b"/>
            <a:pathLst>
              <a:path w="5443538" h="546100">
                <a:moveTo>
                  <a:pt x="63501" y="0"/>
                </a:moveTo>
                <a:lnTo>
                  <a:pt x="5380037" y="0"/>
                </a:lnTo>
                <a:cubicBezTo>
                  <a:pt x="5415107" y="0"/>
                  <a:pt x="5443538" y="28430"/>
                  <a:pt x="5443538" y="63501"/>
                </a:cubicBezTo>
                <a:lnTo>
                  <a:pt x="5443538" y="482599"/>
                </a:lnTo>
                <a:cubicBezTo>
                  <a:pt x="5443538" y="517670"/>
                  <a:pt x="5415107" y="546100"/>
                  <a:pt x="5380037" y="546100"/>
                </a:cubicBezTo>
                <a:lnTo>
                  <a:pt x="63501" y="546100"/>
                </a:lnTo>
                <a:cubicBezTo>
                  <a:pt x="28430" y="546100"/>
                  <a:pt x="0" y="517670"/>
                  <a:pt x="0" y="4825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10325" y="285730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6561" y="0"/>
                  <a:pt x="57559" y="217"/>
                  <a:pt x="58471" y="629"/>
                </a:cubicBezTo>
                <a:lnTo>
                  <a:pt x="99361" y="17971"/>
                </a:lnTo>
                <a:cubicBezTo>
                  <a:pt x="104136" y="19989"/>
                  <a:pt x="107696" y="24699"/>
                  <a:pt x="107674" y="30386"/>
                </a:cubicBezTo>
                <a:cubicBezTo>
                  <a:pt x="107566" y="51916"/>
                  <a:pt x="98710" y="91309"/>
                  <a:pt x="61314" y="109215"/>
                </a:cubicBezTo>
                <a:cubicBezTo>
                  <a:pt x="57690" y="110951"/>
                  <a:pt x="53479" y="110951"/>
                  <a:pt x="49854" y="109215"/>
                </a:cubicBezTo>
                <a:cubicBezTo>
                  <a:pt x="12436" y="91309"/>
                  <a:pt x="3603" y="51916"/>
                  <a:pt x="3494" y="30386"/>
                </a:cubicBezTo>
                <a:cubicBezTo>
                  <a:pt x="3473" y="24699"/>
                  <a:pt x="7032" y="19989"/>
                  <a:pt x="11807" y="17971"/>
                </a:cubicBezTo>
                <a:lnTo>
                  <a:pt x="52676" y="629"/>
                </a:lnTo>
                <a:cubicBezTo>
                  <a:pt x="53587" y="217"/>
                  <a:pt x="54564" y="0"/>
                  <a:pt x="55563" y="0"/>
                </a:cubicBezTo>
                <a:close/>
                <a:moveTo>
                  <a:pt x="55563" y="14498"/>
                </a:moveTo>
                <a:lnTo>
                  <a:pt x="55563" y="96562"/>
                </a:lnTo>
                <a:cubicBezTo>
                  <a:pt x="85514" y="82063"/>
                  <a:pt x="93566" y="49941"/>
                  <a:pt x="93762" y="30711"/>
                </a:cubicBezTo>
                <a:lnTo>
                  <a:pt x="55563" y="14520"/>
                </a:lnTo>
                <a:lnTo>
                  <a:pt x="55563" y="14520"/>
                </a:ln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577013" y="2838253"/>
            <a:ext cx="5119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Guarantee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94450" y="3028753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 A cannot access Farm B data (database-level isolation)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0675" y="3818934"/>
            <a:ext cx="11547475" cy="2419350"/>
          </a:xfrm>
          <a:custGeom>
            <a:avLst/>
            <a:gdLst/>
            <a:ahLst/>
            <a:cxnLst/>
            <a:rect l="l" t="t" r="r" b="b"/>
            <a:pathLst>
              <a:path w="11547475" h="2419350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2324100"/>
                </a:lnTo>
                <a:cubicBezTo>
                  <a:pt x="11547475" y="2376705"/>
                  <a:pt x="11504830" y="2419350"/>
                  <a:pt x="11452225" y="2419350"/>
                </a:cubicBezTo>
                <a:lnTo>
                  <a:pt x="95250" y="2419350"/>
                </a:lnTo>
                <a:cubicBezTo>
                  <a:pt x="42645" y="2419350"/>
                  <a:pt x="0" y="2376705"/>
                  <a:pt x="0" y="2324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0850" y="3949108"/>
            <a:ext cx="1135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Database Tables (11 core tables)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0850" y="4234858"/>
            <a:ext cx="2182813" cy="1873250"/>
          </a:xfrm>
          <a:custGeom>
            <a:avLst/>
            <a:gdLst/>
            <a:ahLst/>
            <a:cxnLst/>
            <a:rect l="l" t="t" r="r" b="b"/>
            <a:pathLst>
              <a:path w="2182813" h="1873250">
                <a:moveTo>
                  <a:pt x="63503" y="0"/>
                </a:moveTo>
                <a:lnTo>
                  <a:pt x="2119309" y="0"/>
                </a:lnTo>
                <a:cubicBezTo>
                  <a:pt x="2154381" y="0"/>
                  <a:pt x="2182813" y="28431"/>
                  <a:pt x="2182813" y="63503"/>
                </a:cubicBezTo>
                <a:lnTo>
                  <a:pt x="2182813" y="1809747"/>
                </a:lnTo>
                <a:cubicBezTo>
                  <a:pt x="2182813" y="1844819"/>
                  <a:pt x="2154381" y="1873250"/>
                  <a:pt x="2119309" y="1873250"/>
                </a:cubicBezTo>
                <a:lnTo>
                  <a:pt x="63503" y="1873250"/>
                </a:lnTo>
                <a:cubicBezTo>
                  <a:pt x="28431" y="1873250"/>
                  <a:pt x="0" y="1844819"/>
                  <a:pt x="0" y="18097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14350" y="4298358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 Operations (7)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4350" y="4488757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rooms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4350" y="464740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sensors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4350" y="4806055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sensor_readings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4350" y="4964712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alerts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4350" y="5123362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4350" y="5282011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batches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4350" y="5440660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growth_stages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727920" y="4234858"/>
            <a:ext cx="2182813" cy="1873250"/>
          </a:xfrm>
          <a:custGeom>
            <a:avLst/>
            <a:gdLst/>
            <a:ahLst/>
            <a:cxnLst/>
            <a:rect l="l" t="t" r="r" b="b"/>
            <a:pathLst>
              <a:path w="2182813" h="1873250">
                <a:moveTo>
                  <a:pt x="63503" y="0"/>
                </a:moveTo>
                <a:lnTo>
                  <a:pt x="2119309" y="0"/>
                </a:lnTo>
                <a:cubicBezTo>
                  <a:pt x="2154381" y="0"/>
                  <a:pt x="2182813" y="28431"/>
                  <a:pt x="2182813" y="63503"/>
                </a:cubicBezTo>
                <a:lnTo>
                  <a:pt x="2182813" y="1809747"/>
                </a:lnTo>
                <a:cubicBezTo>
                  <a:pt x="2182813" y="1844819"/>
                  <a:pt x="2154381" y="1873250"/>
                  <a:pt x="2119309" y="1873250"/>
                </a:cubicBezTo>
                <a:lnTo>
                  <a:pt x="63503" y="1873250"/>
                </a:lnTo>
                <a:cubicBezTo>
                  <a:pt x="28431" y="1873250"/>
                  <a:pt x="0" y="1844819"/>
                  <a:pt x="0" y="18097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791420" y="4298358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(8)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791420" y="4488757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inventory_items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791420" y="464740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inventory_transactions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2791420" y="4806055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inventory_stock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2791420" y="4964712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suppliers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791420" y="5123362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purchase_orders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2791420" y="5282011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reorder_levels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2791420" y="5440660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stock_movements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2791420" y="5599309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waste_logs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04991" y="4234858"/>
            <a:ext cx="2182813" cy="1873250"/>
          </a:xfrm>
          <a:custGeom>
            <a:avLst/>
            <a:gdLst/>
            <a:ahLst/>
            <a:cxnLst/>
            <a:rect l="l" t="t" r="r" b="b"/>
            <a:pathLst>
              <a:path w="2182813" h="1873250">
                <a:moveTo>
                  <a:pt x="63503" y="0"/>
                </a:moveTo>
                <a:lnTo>
                  <a:pt x="2119309" y="0"/>
                </a:lnTo>
                <a:cubicBezTo>
                  <a:pt x="2154381" y="0"/>
                  <a:pt x="2182813" y="28431"/>
                  <a:pt x="2182813" y="63503"/>
                </a:cubicBezTo>
                <a:lnTo>
                  <a:pt x="2182813" y="1809747"/>
                </a:lnTo>
                <a:cubicBezTo>
                  <a:pt x="2182813" y="1844819"/>
                  <a:pt x="2154381" y="1873250"/>
                  <a:pt x="2119309" y="1873250"/>
                </a:cubicBezTo>
                <a:lnTo>
                  <a:pt x="63503" y="1873250"/>
                </a:lnTo>
                <a:cubicBezTo>
                  <a:pt x="28431" y="1873250"/>
                  <a:pt x="0" y="1844819"/>
                  <a:pt x="0" y="18097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068491" y="4298358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&amp; Sales (10)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068491" y="4488757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production_schedule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068491" y="464740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customers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68491" y="4806055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orders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068491" y="4964712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order_items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068491" y="5123362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deliveries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068491" y="5282011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harvest_records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068491" y="5440660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quality_grading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068491" y="5599309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batch_rooms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068491" y="575796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cycle_tracking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068491" y="591661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yield_forecasts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282160" y="4234858"/>
            <a:ext cx="2182813" cy="1873250"/>
          </a:xfrm>
          <a:custGeom>
            <a:avLst/>
            <a:gdLst/>
            <a:ahLst/>
            <a:cxnLst/>
            <a:rect l="l" t="t" r="r" b="b"/>
            <a:pathLst>
              <a:path w="2182813" h="1873250">
                <a:moveTo>
                  <a:pt x="63503" y="0"/>
                </a:moveTo>
                <a:lnTo>
                  <a:pt x="2119309" y="0"/>
                </a:lnTo>
                <a:cubicBezTo>
                  <a:pt x="2154381" y="0"/>
                  <a:pt x="2182813" y="28431"/>
                  <a:pt x="2182813" y="63503"/>
                </a:cubicBezTo>
                <a:lnTo>
                  <a:pt x="2182813" y="1809747"/>
                </a:lnTo>
                <a:cubicBezTo>
                  <a:pt x="2182813" y="1844819"/>
                  <a:pt x="2154381" y="1873250"/>
                  <a:pt x="2119309" y="1873250"/>
                </a:cubicBezTo>
                <a:lnTo>
                  <a:pt x="63503" y="1873250"/>
                </a:lnTo>
                <a:cubicBezTo>
                  <a:pt x="28431" y="1873250"/>
                  <a:pt x="0" y="1844819"/>
                  <a:pt x="0" y="18097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7345660" y="4298358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Finance &amp; HR (10)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345660" y="4488757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expenses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345660" y="464740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revenue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345660" y="4806055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attendance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345660" y="4964712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tasks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345660" y="5123362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payroll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345660" y="5282011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workers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345660" y="5440660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shifts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345660" y="5599309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performance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7345660" y="575796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leaves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345660" y="591661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overtime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559230" y="4234858"/>
            <a:ext cx="2182813" cy="1873250"/>
          </a:xfrm>
          <a:custGeom>
            <a:avLst/>
            <a:gdLst/>
            <a:ahLst/>
            <a:cxnLst/>
            <a:rect l="l" t="t" r="r" b="b"/>
            <a:pathLst>
              <a:path w="2182813" h="1873250">
                <a:moveTo>
                  <a:pt x="63503" y="0"/>
                </a:moveTo>
                <a:lnTo>
                  <a:pt x="2119309" y="0"/>
                </a:lnTo>
                <a:cubicBezTo>
                  <a:pt x="2154381" y="0"/>
                  <a:pt x="2182813" y="28431"/>
                  <a:pt x="2182813" y="63503"/>
                </a:cubicBezTo>
                <a:lnTo>
                  <a:pt x="2182813" y="1809747"/>
                </a:lnTo>
                <a:cubicBezTo>
                  <a:pt x="2182813" y="1844819"/>
                  <a:pt x="2154381" y="1873250"/>
                  <a:pt x="2119309" y="1873250"/>
                </a:cubicBezTo>
                <a:lnTo>
                  <a:pt x="63503" y="1873250"/>
                </a:lnTo>
                <a:cubicBezTo>
                  <a:pt x="28431" y="1873250"/>
                  <a:pt x="0" y="1844819"/>
                  <a:pt x="0" y="18097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9622730" y="4298358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&amp; Compliance (10)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9622730" y="4488757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audit_trail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9622730" y="464740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compliance_reports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9622730" y="4806055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temperature_logs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9622730" y="4964712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traceability_records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9622730" y="5123362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fda_exports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9622730" y="5282011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fssai_reports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9622730" y="5440660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certifications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9622730" y="5599309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inspections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622730" y="575796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corrective_actions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9622730" y="5916616"/>
            <a:ext cx="2103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document_storage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320675" y="6338788"/>
            <a:ext cx="5721350" cy="1689100"/>
          </a:xfrm>
          <a:custGeom>
            <a:avLst/>
            <a:gdLst/>
            <a:ahLst/>
            <a:cxnLst/>
            <a:rect l="l" t="t" r="r" b="b"/>
            <a:pathLst>
              <a:path w="5721350" h="1689100">
                <a:moveTo>
                  <a:pt x="95248" y="0"/>
                </a:moveTo>
                <a:lnTo>
                  <a:pt x="5626102" y="0"/>
                </a:lnTo>
                <a:cubicBezTo>
                  <a:pt x="5678706" y="0"/>
                  <a:pt x="5721350" y="42644"/>
                  <a:pt x="5721350" y="95248"/>
                </a:cubicBezTo>
                <a:lnTo>
                  <a:pt x="5721350" y="1593852"/>
                </a:lnTo>
                <a:cubicBezTo>
                  <a:pt x="5721350" y="1646456"/>
                  <a:pt x="5678706" y="1689100"/>
                  <a:pt x="5626102" y="1689100"/>
                </a:cubicBezTo>
                <a:lnTo>
                  <a:pt x="95248" y="1689100"/>
                </a:lnTo>
                <a:cubicBezTo>
                  <a:pt x="42644" y="1689100"/>
                  <a:pt x="0" y="1646456"/>
                  <a:pt x="0" y="1593852"/>
                </a:cubicBezTo>
                <a:lnTo>
                  <a:pt x="0" y="95248"/>
                </a:lnTo>
                <a:cubicBezTo>
                  <a:pt x="0" y="42644"/>
                  <a:pt x="42644" y="0"/>
                  <a:pt x="95248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34975" y="646896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5875"/>
                </a:moveTo>
                <a:cubicBezTo>
                  <a:pt x="0" y="11485"/>
                  <a:pt x="3547" y="7938"/>
                  <a:pt x="7938" y="7938"/>
                </a:cubicBezTo>
                <a:lnTo>
                  <a:pt x="119063" y="7938"/>
                </a:lnTo>
                <a:cubicBezTo>
                  <a:pt x="123453" y="7938"/>
                  <a:pt x="127000" y="11485"/>
                  <a:pt x="127000" y="15875"/>
                </a:cubicBezTo>
                <a:lnTo>
                  <a:pt x="127000" y="23812"/>
                </a:lnTo>
                <a:cubicBezTo>
                  <a:pt x="127000" y="28203"/>
                  <a:pt x="123453" y="31750"/>
                  <a:pt x="119063" y="31750"/>
                </a:cubicBezTo>
                <a:lnTo>
                  <a:pt x="7938" y="31750"/>
                </a:lnTo>
                <a:cubicBezTo>
                  <a:pt x="3547" y="31750"/>
                  <a:pt x="0" y="28203"/>
                  <a:pt x="0" y="23812"/>
                </a:cubicBezTo>
                <a:lnTo>
                  <a:pt x="0" y="15875"/>
                </a:lnTo>
                <a:close/>
                <a:moveTo>
                  <a:pt x="7938" y="43656"/>
                </a:moveTo>
                <a:lnTo>
                  <a:pt x="119063" y="43656"/>
                </a:lnTo>
                <a:lnTo>
                  <a:pt x="119063" y="103188"/>
                </a:lnTo>
                <a:cubicBezTo>
                  <a:pt x="119063" y="111944"/>
                  <a:pt x="111944" y="119063"/>
                  <a:pt x="103188" y="119063"/>
                </a:cubicBezTo>
                <a:lnTo>
                  <a:pt x="23812" y="119063"/>
                </a:lnTo>
                <a:cubicBezTo>
                  <a:pt x="15056" y="119063"/>
                  <a:pt x="7938" y="111944"/>
                  <a:pt x="7938" y="103188"/>
                </a:cubicBezTo>
                <a:lnTo>
                  <a:pt x="7938" y="43656"/>
                </a:lnTo>
                <a:close/>
                <a:moveTo>
                  <a:pt x="45641" y="59531"/>
                </a:moveTo>
                <a:cubicBezTo>
                  <a:pt x="42342" y="59531"/>
                  <a:pt x="39688" y="62185"/>
                  <a:pt x="39688" y="65484"/>
                </a:cubicBezTo>
                <a:cubicBezTo>
                  <a:pt x="39688" y="68783"/>
                  <a:pt x="42342" y="71438"/>
                  <a:pt x="45641" y="71438"/>
                </a:cubicBezTo>
                <a:lnTo>
                  <a:pt x="81359" y="71438"/>
                </a:lnTo>
                <a:cubicBezTo>
                  <a:pt x="84658" y="71438"/>
                  <a:pt x="87313" y="68783"/>
                  <a:pt x="87313" y="65484"/>
                </a:cubicBezTo>
                <a:cubicBezTo>
                  <a:pt x="87313" y="62185"/>
                  <a:pt x="84658" y="59531"/>
                  <a:pt x="81359" y="59531"/>
                </a:cubicBezTo>
                <a:lnTo>
                  <a:pt x="45641" y="59531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577850" y="6437212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Retention Strategy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419100" y="669121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482600" y="6754712"/>
            <a:ext cx="58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 (Redis)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5144095" y="6754712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 hours (&lt;1ms)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419100" y="700871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482600" y="7072212"/>
            <a:ext cx="102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Warm (PostgreSQL)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4966494" y="7072212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months (&lt;100ms)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419100" y="732621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482600" y="7389712"/>
            <a:ext cx="85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 (S3 Glacier)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5061645" y="7389712"/>
            <a:ext cx="88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Forever (1-5 min)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6146800" y="6338788"/>
            <a:ext cx="5721350" cy="1689100"/>
          </a:xfrm>
          <a:custGeom>
            <a:avLst/>
            <a:gdLst/>
            <a:ahLst/>
            <a:cxnLst/>
            <a:rect l="l" t="t" r="r" b="b"/>
            <a:pathLst>
              <a:path w="5721350" h="1689100">
                <a:moveTo>
                  <a:pt x="95248" y="0"/>
                </a:moveTo>
                <a:lnTo>
                  <a:pt x="5626102" y="0"/>
                </a:lnTo>
                <a:cubicBezTo>
                  <a:pt x="5678706" y="0"/>
                  <a:pt x="5721350" y="42644"/>
                  <a:pt x="5721350" y="95248"/>
                </a:cubicBezTo>
                <a:lnTo>
                  <a:pt x="5721350" y="1593852"/>
                </a:lnTo>
                <a:cubicBezTo>
                  <a:pt x="5721350" y="1646456"/>
                  <a:pt x="5678706" y="1689100"/>
                  <a:pt x="5626102" y="1689100"/>
                </a:cubicBezTo>
                <a:lnTo>
                  <a:pt x="95248" y="1689100"/>
                </a:lnTo>
                <a:cubicBezTo>
                  <a:pt x="42644" y="1689100"/>
                  <a:pt x="0" y="1646456"/>
                  <a:pt x="0" y="1593852"/>
                </a:cubicBezTo>
                <a:lnTo>
                  <a:pt x="0" y="95248"/>
                </a:lnTo>
                <a:cubicBezTo>
                  <a:pt x="0" y="42644"/>
                  <a:pt x="42644" y="0"/>
                  <a:pt x="95248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" name="Shape 103"/>
          <p:cNvSpPr/>
          <p:nvPr/>
        </p:nvSpPr>
        <p:spPr>
          <a:xfrm>
            <a:off x="6261100" y="646896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  <a:moveTo>
                  <a:pt x="71438" y="23812"/>
                </a:moveTo>
                <a:cubicBezTo>
                  <a:pt x="71438" y="19432"/>
                  <a:pt x="67881" y="15875"/>
                  <a:pt x="63500" y="15875"/>
                </a:cubicBezTo>
                <a:cubicBezTo>
                  <a:pt x="59119" y="15875"/>
                  <a:pt x="55563" y="19432"/>
                  <a:pt x="55563" y="23812"/>
                </a:cubicBezTo>
                <a:cubicBezTo>
                  <a:pt x="55563" y="28193"/>
                  <a:pt x="59119" y="31750"/>
                  <a:pt x="63500" y="31750"/>
                </a:cubicBezTo>
                <a:cubicBezTo>
                  <a:pt x="67881" y="31750"/>
                  <a:pt x="71438" y="28193"/>
                  <a:pt x="71438" y="23812"/>
                </a:cubicBezTo>
                <a:close/>
                <a:moveTo>
                  <a:pt x="63500" y="103188"/>
                </a:moveTo>
                <a:cubicBezTo>
                  <a:pt x="72256" y="103188"/>
                  <a:pt x="79375" y="96069"/>
                  <a:pt x="79375" y="87313"/>
                </a:cubicBezTo>
                <a:cubicBezTo>
                  <a:pt x="79375" y="83294"/>
                  <a:pt x="77887" y="79598"/>
                  <a:pt x="75406" y="76820"/>
                </a:cubicBezTo>
                <a:lnTo>
                  <a:pt x="92646" y="42366"/>
                </a:lnTo>
                <a:cubicBezTo>
                  <a:pt x="94109" y="39415"/>
                  <a:pt x="92918" y="35843"/>
                  <a:pt x="89991" y="34379"/>
                </a:cubicBezTo>
                <a:cubicBezTo>
                  <a:pt x="87064" y="32916"/>
                  <a:pt x="83468" y="34106"/>
                  <a:pt x="82004" y="37033"/>
                </a:cubicBezTo>
                <a:lnTo>
                  <a:pt x="64765" y="71487"/>
                </a:lnTo>
                <a:cubicBezTo>
                  <a:pt x="64343" y="71462"/>
                  <a:pt x="63922" y="71438"/>
                  <a:pt x="63500" y="71438"/>
                </a:cubicBezTo>
                <a:cubicBezTo>
                  <a:pt x="54744" y="71438"/>
                  <a:pt x="47625" y="78556"/>
                  <a:pt x="47625" y="87313"/>
                </a:cubicBezTo>
                <a:cubicBezTo>
                  <a:pt x="47625" y="96069"/>
                  <a:pt x="54744" y="103188"/>
                  <a:pt x="63500" y="103188"/>
                </a:cubicBezTo>
                <a:close/>
                <a:moveTo>
                  <a:pt x="43656" y="35719"/>
                </a:moveTo>
                <a:cubicBezTo>
                  <a:pt x="43656" y="31338"/>
                  <a:pt x="40100" y="27781"/>
                  <a:pt x="35719" y="27781"/>
                </a:cubicBezTo>
                <a:cubicBezTo>
                  <a:pt x="31338" y="27781"/>
                  <a:pt x="27781" y="31338"/>
                  <a:pt x="27781" y="35719"/>
                </a:cubicBezTo>
                <a:cubicBezTo>
                  <a:pt x="27781" y="40100"/>
                  <a:pt x="31338" y="43656"/>
                  <a:pt x="35719" y="43656"/>
                </a:cubicBezTo>
                <a:cubicBezTo>
                  <a:pt x="40100" y="43656"/>
                  <a:pt x="43656" y="40100"/>
                  <a:pt x="43656" y="35719"/>
                </a:cubicBezTo>
                <a:close/>
                <a:moveTo>
                  <a:pt x="23812" y="71438"/>
                </a:moveTo>
                <a:cubicBezTo>
                  <a:pt x="28193" y="71438"/>
                  <a:pt x="31750" y="67881"/>
                  <a:pt x="31750" y="63500"/>
                </a:cubicBez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lose/>
                <a:moveTo>
                  <a:pt x="111125" y="63500"/>
                </a:moveTo>
                <a:cubicBezTo>
                  <a:pt x="111125" y="59119"/>
                  <a:pt x="107568" y="55563"/>
                  <a:pt x="103188" y="55563"/>
                </a:cubicBezTo>
                <a:cubicBezTo>
                  <a:pt x="98807" y="55563"/>
                  <a:pt x="95250" y="59119"/>
                  <a:pt x="95250" y="63500"/>
                </a:cubicBezTo>
                <a:cubicBezTo>
                  <a:pt x="95250" y="67881"/>
                  <a:pt x="98807" y="71438"/>
                  <a:pt x="103188" y="71438"/>
                </a:cubicBezTo>
                <a:cubicBezTo>
                  <a:pt x="107568" y="71438"/>
                  <a:pt x="111125" y="67881"/>
                  <a:pt x="111125" y="6350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6403975" y="6437212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Performance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6245225" y="669121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308725" y="6754712"/>
            <a:ext cx="68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Speed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10773172" y="6754712"/>
            <a:ext cx="992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 (10M rows)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6245225" y="700871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6308725" y="7072212"/>
            <a:ext cx="66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Speed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10904042" y="7072212"/>
            <a:ext cx="85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15K readings/sec</a:t>
            </a:r>
            <a:endParaRPr lang="en-US" sz="1600" dirty="0"/>
          </a:p>
        </p:txBody>
      </p:sp>
      <p:sp>
        <p:nvSpPr>
          <p:cNvPr id="113" name="Shape 111"/>
          <p:cNvSpPr/>
          <p:nvPr/>
        </p:nvSpPr>
        <p:spPr>
          <a:xfrm>
            <a:off x="6245225" y="732621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6308725" y="7389712"/>
            <a:ext cx="404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Backup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10919520" y="7389712"/>
            <a:ext cx="84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automated</a:t>
            </a:r>
            <a:endParaRPr lang="en-US" sz="1600" dirty="0"/>
          </a:p>
        </p:txBody>
      </p:sp>
      <p:sp>
        <p:nvSpPr>
          <p:cNvPr id="116" name="Shape 114"/>
          <p:cNvSpPr/>
          <p:nvPr/>
        </p:nvSpPr>
        <p:spPr>
          <a:xfrm>
            <a:off x="6245225" y="7643712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6308725" y="7707212"/>
            <a:ext cx="92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Disaster Recovery</a:t>
            </a:r>
            <a:endParaRPr lang="en-US" sz="1600" dirty="0"/>
          </a:p>
        </p:txBody>
      </p:sp>
      <p:sp>
        <p:nvSpPr>
          <p:cNvPr id="118" name="Text 116"/>
          <p:cNvSpPr/>
          <p:nvPr/>
        </p:nvSpPr>
        <p:spPr>
          <a:xfrm>
            <a:off x="10911483" y="7707212"/>
            <a:ext cx="85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RTO 1hr, RPO 1hr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5727" y="46831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35719" y="-8930"/>
                </a:moveTo>
                <a:cubicBezTo>
                  <a:pt x="40658" y="-8930"/>
                  <a:pt x="44648" y="-4939"/>
                  <a:pt x="44648" y="0"/>
                </a:cubicBezTo>
                <a:lnTo>
                  <a:pt x="44648" y="26789"/>
                </a:lnTo>
                <a:lnTo>
                  <a:pt x="80367" y="26789"/>
                </a:lnTo>
                <a:lnTo>
                  <a:pt x="80367" y="0"/>
                </a:lnTo>
                <a:cubicBezTo>
                  <a:pt x="80367" y="-4939"/>
                  <a:pt x="84358" y="-8930"/>
                  <a:pt x="89297" y="-8930"/>
                </a:cubicBezTo>
                <a:cubicBezTo>
                  <a:pt x="94236" y="-8930"/>
                  <a:pt x="98227" y="-4939"/>
                  <a:pt x="98227" y="0"/>
                </a:cubicBezTo>
                <a:lnTo>
                  <a:pt x="98227" y="26789"/>
                </a:lnTo>
                <a:lnTo>
                  <a:pt x="116086" y="26789"/>
                </a:lnTo>
                <a:cubicBezTo>
                  <a:pt x="121025" y="26789"/>
                  <a:pt x="125016" y="30780"/>
                  <a:pt x="125016" y="35719"/>
                </a:cubicBezTo>
                <a:cubicBezTo>
                  <a:pt x="125016" y="40658"/>
                  <a:pt x="121025" y="44648"/>
                  <a:pt x="116086" y="44648"/>
                </a:cubicBezTo>
                <a:lnTo>
                  <a:pt x="116086" y="62508"/>
                </a:lnTo>
                <a:cubicBezTo>
                  <a:pt x="116086" y="89046"/>
                  <a:pt x="96775" y="111091"/>
                  <a:pt x="71438" y="115332"/>
                </a:cubicBezTo>
                <a:lnTo>
                  <a:pt x="71438" y="133945"/>
                </a:lnTo>
                <a:cubicBezTo>
                  <a:pt x="71438" y="138885"/>
                  <a:pt x="67447" y="142875"/>
                  <a:pt x="62508" y="142875"/>
                </a:cubicBezTo>
                <a:cubicBezTo>
                  <a:pt x="57569" y="142875"/>
                  <a:pt x="53578" y="138885"/>
                  <a:pt x="53578" y="133945"/>
                </a:cubicBezTo>
                <a:lnTo>
                  <a:pt x="53578" y="115332"/>
                </a:lnTo>
                <a:cubicBezTo>
                  <a:pt x="28240" y="111091"/>
                  <a:pt x="8930" y="89046"/>
                  <a:pt x="8930" y="6250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lnTo>
                  <a:pt x="26789" y="0"/>
                </a:lnTo>
                <a:cubicBezTo>
                  <a:pt x="26789" y="-4939"/>
                  <a:pt x="30780" y="-8930"/>
                  <a:pt x="35719" y="-893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5619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568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Connect with Existing Systems &amp; Future Ecosystem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integrations and Phase 4/5 roadmap for comprehensive farm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5705475" cy="2546350"/>
          </a:xfrm>
          <a:custGeom>
            <a:avLst/>
            <a:gdLst/>
            <a:ahLst/>
            <a:cxnLst/>
            <a:rect l="l" t="t" r="r" b="b"/>
            <a:pathLst>
              <a:path w="5705475" h="2546350">
                <a:moveTo>
                  <a:pt x="95259" y="0"/>
                </a:moveTo>
                <a:lnTo>
                  <a:pt x="5610216" y="0"/>
                </a:lnTo>
                <a:cubicBezTo>
                  <a:pt x="5662826" y="0"/>
                  <a:pt x="5705475" y="42649"/>
                  <a:pt x="5705475" y="95259"/>
                </a:cubicBezTo>
                <a:lnTo>
                  <a:pt x="5705475" y="2451091"/>
                </a:lnTo>
                <a:cubicBezTo>
                  <a:pt x="5705475" y="2503701"/>
                  <a:pt x="5662826" y="2546350"/>
                  <a:pt x="5610216" y="2546350"/>
                </a:cubicBezTo>
                <a:lnTo>
                  <a:pt x="95259" y="2546350"/>
                </a:lnTo>
                <a:cubicBezTo>
                  <a:pt x="42649" y="2546350"/>
                  <a:pt x="0" y="2503701"/>
                  <a:pt x="0" y="2451091"/>
                </a:cubicBezTo>
                <a:lnTo>
                  <a:pt x="0" y="95259"/>
                </a:lnTo>
                <a:cubicBezTo>
                  <a:pt x="0" y="42649"/>
                  <a:pt x="42649" y="0"/>
                  <a:pt x="95259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0694" y="131603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3412" y="1276348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Integrations (MVP)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" y="1593848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30225" y="167322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31750"/>
                </a:moveTo>
                <a:lnTo>
                  <a:pt x="0" y="39688"/>
                </a:lnTo>
                <a:lnTo>
                  <a:pt x="127000" y="39688"/>
                </a:lnTo>
                <a:lnTo>
                  <a:pt x="127000" y="31750"/>
                </a:lnTo>
                <a:cubicBezTo>
                  <a:pt x="127000" y="22994"/>
                  <a:pt x="119881" y="15875"/>
                  <a:pt x="111125" y="15875"/>
                </a:cubicBezTo>
                <a:lnTo>
                  <a:pt x="15875" y="15875"/>
                </a:lnTo>
                <a:cubicBezTo>
                  <a:pt x="7119" y="15875"/>
                  <a:pt x="0" y="22994"/>
                  <a:pt x="0" y="31750"/>
                </a:cubicBezTo>
                <a:close/>
                <a:moveTo>
                  <a:pt x="0" y="51594"/>
                </a:move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lnTo>
                  <a:pt x="111125" y="111125"/>
                </a:lnTo>
                <a:cubicBezTo>
                  <a:pt x="119881" y="111125"/>
                  <a:pt x="127000" y="104006"/>
                  <a:pt x="127000" y="95250"/>
                </a:cubicBezTo>
                <a:lnTo>
                  <a:pt x="127000" y="51594"/>
                </a:lnTo>
                <a:lnTo>
                  <a:pt x="0" y="51594"/>
                </a:lnTo>
                <a:close/>
                <a:moveTo>
                  <a:pt x="15875" y="89297"/>
                </a:moveTo>
                <a:cubicBezTo>
                  <a:pt x="15875" y="85998"/>
                  <a:pt x="18529" y="83344"/>
                  <a:pt x="21828" y="83344"/>
                </a:cubicBezTo>
                <a:lnTo>
                  <a:pt x="33734" y="83344"/>
                </a:lnTo>
                <a:cubicBezTo>
                  <a:pt x="37033" y="83344"/>
                  <a:pt x="39688" y="85998"/>
                  <a:pt x="39688" y="89297"/>
                </a:cubicBezTo>
                <a:cubicBezTo>
                  <a:pt x="39688" y="92596"/>
                  <a:pt x="37033" y="95250"/>
                  <a:pt x="33734" y="95250"/>
                </a:cubicBezTo>
                <a:lnTo>
                  <a:pt x="21828" y="95250"/>
                </a:lnTo>
                <a:cubicBezTo>
                  <a:pt x="18529" y="95250"/>
                  <a:pt x="15875" y="92596"/>
                  <a:pt x="15875" y="89297"/>
                </a:cubicBezTo>
                <a:close/>
                <a:moveTo>
                  <a:pt x="51594" y="89297"/>
                </a:moveTo>
                <a:cubicBezTo>
                  <a:pt x="51594" y="85998"/>
                  <a:pt x="54248" y="83344"/>
                  <a:pt x="57547" y="83344"/>
                </a:cubicBez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7547" y="95250"/>
                </a:lnTo>
                <a:cubicBezTo>
                  <a:pt x="54248" y="95250"/>
                  <a:pt x="51594" y="92596"/>
                  <a:pt x="51594" y="89297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6600" y="1657348"/>
            <a:ext cx="183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Gateway - Razorpay/Paytm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4350" y="1847848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Subscription billing (UPI, net banking, cards) | 2% transaction fee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0850" y="2101755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30225" y="218113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19063"/>
                </a:moveTo>
                <a:cubicBezTo>
                  <a:pt x="98574" y="119063"/>
                  <a:pt x="127000" y="92397"/>
                  <a:pt x="127000" y="59531"/>
                </a:cubicBezTo>
                <a:cubicBezTo>
                  <a:pt x="127000" y="26665"/>
                  <a:pt x="98574" y="0"/>
                  <a:pt x="63500" y="0"/>
                </a:cubicBezTo>
                <a:cubicBezTo>
                  <a:pt x="28426" y="0"/>
                  <a:pt x="0" y="26665"/>
                  <a:pt x="0" y="59531"/>
                </a:cubicBezTo>
                <a:cubicBezTo>
                  <a:pt x="0" y="73000"/>
                  <a:pt x="4763" y="85403"/>
                  <a:pt x="12799" y="95374"/>
                </a:cubicBezTo>
                <a:lnTo>
                  <a:pt x="695" y="118269"/>
                </a:lnTo>
                <a:cubicBezTo>
                  <a:pt x="-496" y="120501"/>
                  <a:pt x="-124" y="123230"/>
                  <a:pt x="1588" y="125090"/>
                </a:cubicBezTo>
                <a:cubicBezTo>
                  <a:pt x="3299" y="126950"/>
                  <a:pt x="6003" y="127521"/>
                  <a:pt x="8310" y="126529"/>
                </a:cubicBezTo>
                <a:lnTo>
                  <a:pt x="37678" y="113953"/>
                </a:lnTo>
                <a:cubicBezTo>
                  <a:pt x="45566" y="117227"/>
                  <a:pt x="54297" y="119063"/>
                  <a:pt x="63500" y="119063"/>
                </a:cubicBezTo>
                <a:close/>
                <a:moveTo>
                  <a:pt x="31750" y="51594"/>
                </a:moveTo>
                <a:cubicBezTo>
                  <a:pt x="36131" y="51594"/>
                  <a:pt x="39688" y="55150"/>
                  <a:pt x="39688" y="59531"/>
                </a:cubicBezTo>
                <a:cubicBezTo>
                  <a:pt x="39688" y="63912"/>
                  <a:pt x="36131" y="67469"/>
                  <a:pt x="31750" y="67469"/>
                </a:cubicBezTo>
                <a:cubicBezTo>
                  <a:pt x="27369" y="67469"/>
                  <a:pt x="23812" y="63912"/>
                  <a:pt x="23812" y="59531"/>
                </a:cubicBezTo>
                <a:cubicBezTo>
                  <a:pt x="23812" y="55150"/>
                  <a:pt x="27369" y="51594"/>
                  <a:pt x="31750" y="51594"/>
                </a:cubicBezTo>
                <a:close/>
                <a:moveTo>
                  <a:pt x="63500" y="51594"/>
                </a:moveTo>
                <a:cubicBezTo>
                  <a:pt x="67881" y="51594"/>
                  <a:pt x="71438" y="55150"/>
                  <a:pt x="71438" y="59531"/>
                </a:cubicBezTo>
                <a:cubicBezTo>
                  <a:pt x="71438" y="63912"/>
                  <a:pt x="67881" y="67469"/>
                  <a:pt x="63500" y="67469"/>
                </a:cubicBezTo>
                <a:cubicBezTo>
                  <a:pt x="59119" y="67469"/>
                  <a:pt x="55563" y="63912"/>
                  <a:pt x="55563" y="59531"/>
                </a:cubicBezTo>
                <a:cubicBezTo>
                  <a:pt x="55563" y="55150"/>
                  <a:pt x="59119" y="51594"/>
                  <a:pt x="63500" y="51594"/>
                </a:cubicBezTo>
                <a:close/>
                <a:moveTo>
                  <a:pt x="87313" y="59531"/>
                </a:moveTo>
                <a:cubicBezTo>
                  <a:pt x="87313" y="55150"/>
                  <a:pt x="90869" y="51594"/>
                  <a:pt x="95250" y="51594"/>
                </a:cubicBezTo>
                <a:cubicBezTo>
                  <a:pt x="99631" y="51594"/>
                  <a:pt x="103188" y="55150"/>
                  <a:pt x="103188" y="59531"/>
                </a:cubicBezTo>
                <a:cubicBezTo>
                  <a:pt x="103188" y="63912"/>
                  <a:pt x="99631" y="67469"/>
                  <a:pt x="95250" y="67469"/>
                </a:cubicBezTo>
                <a:cubicBezTo>
                  <a:pt x="90869" y="67469"/>
                  <a:pt x="87313" y="63912"/>
                  <a:pt x="87313" y="59531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6600" y="2165255"/>
            <a:ext cx="123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SMS/WhatsApp - Twilio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4350" y="2355755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alerts | ₹0.20/SMS, ₹0.50/WhatsApp | 2 AM notifications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0850" y="2609655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30225" y="268903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6" y="15875"/>
                </a:moveTo>
                <a:cubicBezTo>
                  <a:pt x="5333" y="15875"/>
                  <a:pt x="0" y="21208"/>
                  <a:pt x="0" y="27781"/>
                </a:cubicBezTo>
                <a:cubicBezTo>
                  <a:pt x="0" y="31527"/>
                  <a:pt x="1761" y="35049"/>
                  <a:pt x="4763" y="37306"/>
                </a:cubicBezTo>
                <a:lnTo>
                  <a:pt x="56356" y="76002"/>
                </a:lnTo>
                <a:cubicBezTo>
                  <a:pt x="60598" y="79177"/>
                  <a:pt x="66402" y="79177"/>
                  <a:pt x="70644" y="76002"/>
                </a:cubicBezTo>
                <a:lnTo>
                  <a:pt x="122238" y="37306"/>
                </a:lnTo>
                <a:cubicBezTo>
                  <a:pt x="125239" y="35049"/>
                  <a:pt x="127000" y="31527"/>
                  <a:pt x="127000" y="27781"/>
                </a:cubicBezTo>
                <a:cubicBezTo>
                  <a:pt x="127000" y="21208"/>
                  <a:pt x="121667" y="15875"/>
                  <a:pt x="115094" y="15875"/>
                </a:cubicBezTo>
                <a:lnTo>
                  <a:pt x="11906" y="15875"/>
                </a:lnTo>
                <a:close/>
                <a:moveTo>
                  <a:pt x="0" y="48617"/>
                </a:move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lnTo>
                  <a:pt x="111125" y="111125"/>
                </a:lnTo>
                <a:cubicBezTo>
                  <a:pt x="119881" y="111125"/>
                  <a:pt x="127000" y="104006"/>
                  <a:pt x="127000" y="95250"/>
                </a:cubicBezTo>
                <a:lnTo>
                  <a:pt x="127000" y="48617"/>
                </a:lnTo>
                <a:lnTo>
                  <a:pt x="77788" y="85527"/>
                </a:lnTo>
                <a:cubicBezTo>
                  <a:pt x="69329" y="91877"/>
                  <a:pt x="57671" y="91877"/>
                  <a:pt x="49213" y="85527"/>
                </a:cubicBezTo>
                <a:lnTo>
                  <a:pt x="0" y="48617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6600" y="2673155"/>
            <a:ext cx="151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- SendGrid/Amazon 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4350" y="2863655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Reports, invoices, password resets | ₹1,000/month (50K emails)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0850" y="3117554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22288" y="319692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12514" y="-3671"/>
                </a:moveTo>
                <a:cubicBezTo>
                  <a:pt x="113729" y="-3175"/>
                  <a:pt x="114622" y="-2084"/>
                  <a:pt x="114871" y="-794"/>
                </a:cubicBezTo>
                <a:lnTo>
                  <a:pt x="119063" y="19844"/>
                </a:lnTo>
                <a:lnTo>
                  <a:pt x="139700" y="24011"/>
                </a:lnTo>
                <a:cubicBezTo>
                  <a:pt x="140990" y="24284"/>
                  <a:pt x="142056" y="25152"/>
                  <a:pt x="142577" y="26367"/>
                </a:cubicBezTo>
                <a:cubicBezTo>
                  <a:pt x="143098" y="27583"/>
                  <a:pt x="142949" y="28972"/>
                  <a:pt x="142230" y="30063"/>
                </a:cubicBezTo>
                <a:lnTo>
                  <a:pt x="130597" y="47600"/>
                </a:lnTo>
                <a:lnTo>
                  <a:pt x="142230" y="65137"/>
                </a:lnTo>
                <a:cubicBezTo>
                  <a:pt x="142949" y="66229"/>
                  <a:pt x="143098" y="67618"/>
                  <a:pt x="142577" y="68833"/>
                </a:cubicBezTo>
                <a:cubicBezTo>
                  <a:pt x="142056" y="70048"/>
                  <a:pt x="140990" y="70941"/>
                  <a:pt x="139700" y="71189"/>
                </a:cubicBezTo>
                <a:lnTo>
                  <a:pt x="124271" y="74340"/>
                </a:lnTo>
                <a:cubicBezTo>
                  <a:pt x="121320" y="72182"/>
                  <a:pt x="118046" y="70470"/>
                  <a:pt x="114498" y="69279"/>
                </a:cubicBezTo>
                <a:cubicBezTo>
                  <a:pt x="113878" y="66129"/>
                  <a:pt x="112812" y="63153"/>
                  <a:pt x="111348" y="60424"/>
                </a:cubicBezTo>
                <a:cubicBezTo>
                  <a:pt x="113705" y="56728"/>
                  <a:pt x="115094" y="52338"/>
                  <a:pt x="115094" y="47600"/>
                </a:cubicBezTo>
                <a:cubicBezTo>
                  <a:pt x="115094" y="34454"/>
                  <a:pt x="104428" y="23788"/>
                  <a:pt x="91281" y="23788"/>
                </a:cubicBezTo>
                <a:cubicBezTo>
                  <a:pt x="79400" y="23788"/>
                  <a:pt x="69552" y="32494"/>
                  <a:pt x="67766" y="43855"/>
                </a:cubicBezTo>
                <a:cubicBezTo>
                  <a:pt x="61193" y="38819"/>
                  <a:pt x="53008" y="35793"/>
                  <a:pt x="44103" y="35694"/>
                </a:cubicBezTo>
                <a:lnTo>
                  <a:pt x="40357" y="30063"/>
                </a:lnTo>
                <a:cubicBezTo>
                  <a:pt x="39638" y="28972"/>
                  <a:pt x="39489" y="27583"/>
                  <a:pt x="40010" y="26367"/>
                </a:cubicBezTo>
                <a:cubicBezTo>
                  <a:pt x="40531" y="25152"/>
                  <a:pt x="41597" y="24259"/>
                  <a:pt x="42887" y="24011"/>
                </a:cubicBezTo>
                <a:lnTo>
                  <a:pt x="63500" y="19844"/>
                </a:lnTo>
                <a:lnTo>
                  <a:pt x="67667" y="-794"/>
                </a:lnTo>
                <a:cubicBezTo>
                  <a:pt x="67940" y="-2084"/>
                  <a:pt x="68808" y="-3150"/>
                  <a:pt x="70024" y="-3671"/>
                </a:cubicBezTo>
                <a:cubicBezTo>
                  <a:pt x="71239" y="-4192"/>
                  <a:pt x="72628" y="-4043"/>
                  <a:pt x="73720" y="-3324"/>
                </a:cubicBezTo>
                <a:lnTo>
                  <a:pt x="91281" y="8334"/>
                </a:lnTo>
                <a:lnTo>
                  <a:pt x="108818" y="-3299"/>
                </a:lnTo>
                <a:cubicBezTo>
                  <a:pt x="109910" y="-4018"/>
                  <a:pt x="111299" y="-4167"/>
                  <a:pt x="112514" y="-3646"/>
                </a:cubicBezTo>
                <a:close/>
                <a:moveTo>
                  <a:pt x="103188" y="47625"/>
                </a:moveTo>
                <a:cubicBezTo>
                  <a:pt x="103188" y="48568"/>
                  <a:pt x="103088" y="49485"/>
                  <a:pt x="102865" y="50378"/>
                </a:cubicBezTo>
                <a:cubicBezTo>
                  <a:pt x="97482" y="46162"/>
                  <a:pt x="90711" y="43656"/>
                  <a:pt x="83344" y="43656"/>
                </a:cubicBezTo>
                <a:cubicBezTo>
                  <a:pt x="82203" y="43656"/>
                  <a:pt x="81087" y="43706"/>
                  <a:pt x="79995" y="43830"/>
                </a:cubicBezTo>
                <a:cubicBezTo>
                  <a:pt x="81583" y="39117"/>
                  <a:pt x="86047" y="35719"/>
                  <a:pt x="91281" y="35719"/>
                </a:cubicBezTo>
                <a:cubicBezTo>
                  <a:pt x="97854" y="35719"/>
                  <a:pt x="103188" y="41052"/>
                  <a:pt x="103188" y="47625"/>
                </a:cubicBezTo>
                <a:close/>
                <a:moveTo>
                  <a:pt x="23812" y="127000"/>
                </a:moveTo>
                <a:cubicBezTo>
                  <a:pt x="10666" y="127000"/>
                  <a:pt x="0" y="116334"/>
                  <a:pt x="0" y="103188"/>
                </a:cubicBezTo>
                <a:cubicBezTo>
                  <a:pt x="0" y="92646"/>
                  <a:pt x="6846" y="83691"/>
                  <a:pt x="16346" y="80566"/>
                </a:cubicBezTo>
                <a:cubicBezTo>
                  <a:pt x="16024" y="78904"/>
                  <a:pt x="15875" y="77167"/>
                  <a:pt x="15875" y="75406"/>
                </a:cubicBezTo>
                <a:cubicBezTo>
                  <a:pt x="15875" y="60052"/>
                  <a:pt x="28302" y="47625"/>
                  <a:pt x="43656" y="47625"/>
                </a:cubicBezTo>
                <a:cubicBezTo>
                  <a:pt x="54347" y="47625"/>
                  <a:pt x="63624" y="53653"/>
                  <a:pt x="68263" y="62508"/>
                </a:cubicBezTo>
                <a:cubicBezTo>
                  <a:pt x="71909" y="58266"/>
                  <a:pt x="77316" y="55563"/>
                  <a:pt x="83344" y="55563"/>
                </a:cubicBezTo>
                <a:cubicBezTo>
                  <a:pt x="94307" y="55563"/>
                  <a:pt x="103188" y="64443"/>
                  <a:pt x="103188" y="75406"/>
                </a:cubicBezTo>
                <a:cubicBezTo>
                  <a:pt x="103188" y="76771"/>
                  <a:pt x="103039" y="78085"/>
                  <a:pt x="102791" y="79375"/>
                </a:cubicBezTo>
                <a:cubicBezTo>
                  <a:pt x="102915" y="79375"/>
                  <a:pt x="103063" y="79375"/>
                  <a:pt x="103188" y="79375"/>
                </a:cubicBezTo>
                <a:cubicBezTo>
                  <a:pt x="116334" y="79375"/>
                  <a:pt x="127000" y="90041"/>
                  <a:pt x="127000" y="103188"/>
                </a:cubicBezTo>
                <a:cubicBezTo>
                  <a:pt x="127000" y="116334"/>
                  <a:pt x="116334" y="127000"/>
                  <a:pt x="103188" y="127000"/>
                </a:cubicBezTo>
                <a:lnTo>
                  <a:pt x="23812" y="127000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6600" y="3181054"/>
            <a:ext cx="1682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API - OpenWeatherMap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4350" y="3371554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Correlate outdoor conditions | Free tier (1K calls/day)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62675" y="1146175"/>
            <a:ext cx="5705475" cy="2546350"/>
          </a:xfrm>
          <a:custGeom>
            <a:avLst/>
            <a:gdLst/>
            <a:ahLst/>
            <a:cxnLst/>
            <a:rect l="l" t="t" r="r" b="b"/>
            <a:pathLst>
              <a:path w="5705475" h="2546350">
                <a:moveTo>
                  <a:pt x="95259" y="0"/>
                </a:moveTo>
                <a:lnTo>
                  <a:pt x="5610216" y="0"/>
                </a:lnTo>
                <a:cubicBezTo>
                  <a:pt x="5662826" y="0"/>
                  <a:pt x="5705475" y="42649"/>
                  <a:pt x="5705475" y="95259"/>
                </a:cubicBezTo>
                <a:lnTo>
                  <a:pt x="5705475" y="2451091"/>
                </a:lnTo>
                <a:cubicBezTo>
                  <a:pt x="5705475" y="2503701"/>
                  <a:pt x="5662826" y="2546350"/>
                  <a:pt x="5610216" y="2546350"/>
                </a:cubicBezTo>
                <a:lnTo>
                  <a:pt x="95259" y="2546350"/>
                </a:lnTo>
                <a:cubicBezTo>
                  <a:pt x="42649" y="2546350"/>
                  <a:pt x="0" y="2503701"/>
                  <a:pt x="0" y="2451091"/>
                </a:cubicBezTo>
                <a:lnTo>
                  <a:pt x="0" y="95259"/>
                </a:lnTo>
                <a:cubicBezTo>
                  <a:pt x="0" y="42649"/>
                  <a:pt x="42649" y="0"/>
                  <a:pt x="95259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312694" y="131603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5719" y="89297"/>
                </a:moveTo>
                <a:lnTo>
                  <a:pt x="6837" y="89297"/>
                </a:lnTo>
                <a:cubicBezTo>
                  <a:pt x="-112" y="89297"/>
                  <a:pt x="-4381" y="81735"/>
                  <a:pt x="-809" y="75763"/>
                </a:cubicBezTo>
                <a:lnTo>
                  <a:pt x="13953" y="51150"/>
                </a:lnTo>
                <a:cubicBezTo>
                  <a:pt x="16380" y="47104"/>
                  <a:pt x="20734" y="44648"/>
                  <a:pt x="25450" y="44648"/>
                </a:cubicBezTo>
                <a:lnTo>
                  <a:pt x="51960" y="44648"/>
                </a:lnTo>
                <a:cubicBezTo>
                  <a:pt x="73196" y="8679"/>
                  <a:pt x="104868" y="6865"/>
                  <a:pt x="126048" y="9962"/>
                </a:cubicBezTo>
                <a:cubicBezTo>
                  <a:pt x="129620" y="10492"/>
                  <a:pt x="132411" y="13283"/>
                  <a:pt x="132913" y="16827"/>
                </a:cubicBezTo>
                <a:cubicBezTo>
                  <a:pt x="136010" y="38007"/>
                  <a:pt x="134196" y="69679"/>
                  <a:pt x="98227" y="90915"/>
                </a:cubicBezTo>
                <a:lnTo>
                  <a:pt x="98227" y="117425"/>
                </a:lnTo>
                <a:cubicBezTo>
                  <a:pt x="98227" y="122141"/>
                  <a:pt x="95771" y="126495"/>
                  <a:pt x="91725" y="128922"/>
                </a:cubicBezTo>
                <a:lnTo>
                  <a:pt x="67112" y="143684"/>
                </a:lnTo>
                <a:cubicBezTo>
                  <a:pt x="61168" y="147256"/>
                  <a:pt x="53578" y="142959"/>
                  <a:pt x="53578" y="136038"/>
                </a:cubicBezTo>
                <a:lnTo>
                  <a:pt x="53578" y="107156"/>
                </a:lnTo>
                <a:cubicBezTo>
                  <a:pt x="53578" y="97306"/>
                  <a:pt x="45569" y="89297"/>
                  <a:pt x="35719" y="89297"/>
                </a:cubicBezTo>
                <a:lnTo>
                  <a:pt x="35691" y="89297"/>
                </a:lnTo>
                <a:close/>
                <a:moveTo>
                  <a:pt x="111621" y="44648"/>
                </a:moveTo>
                <a:cubicBezTo>
                  <a:pt x="111621" y="37256"/>
                  <a:pt x="105619" y="31254"/>
                  <a:pt x="98227" y="31254"/>
                </a:cubicBezTo>
                <a:cubicBezTo>
                  <a:pt x="90834" y="31254"/>
                  <a:pt x="84832" y="37256"/>
                  <a:pt x="84832" y="44648"/>
                </a:cubicBezTo>
                <a:cubicBezTo>
                  <a:pt x="84832" y="52041"/>
                  <a:pt x="90834" y="58043"/>
                  <a:pt x="98227" y="58043"/>
                </a:cubicBezTo>
                <a:cubicBezTo>
                  <a:pt x="105619" y="58043"/>
                  <a:pt x="111621" y="52041"/>
                  <a:pt x="111621" y="4464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75412" y="1276348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 Integrations (Roadmap)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92850" y="1593848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388100" y="1673223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23812" y="15875"/>
                </a:moveTo>
                <a:lnTo>
                  <a:pt x="71438" y="15875"/>
                </a:lnTo>
                <a:cubicBezTo>
                  <a:pt x="75828" y="15875"/>
                  <a:pt x="79375" y="19422"/>
                  <a:pt x="79375" y="23812"/>
                </a:cubicBezTo>
                <a:lnTo>
                  <a:pt x="79375" y="31750"/>
                </a:lnTo>
                <a:cubicBezTo>
                  <a:pt x="79375" y="36140"/>
                  <a:pt x="75828" y="39688"/>
                  <a:pt x="71438" y="39688"/>
                </a:cubicBezTo>
                <a:lnTo>
                  <a:pt x="23812" y="39688"/>
                </a:lnTo>
                <a:cubicBezTo>
                  <a:pt x="19422" y="39688"/>
                  <a:pt x="15875" y="36140"/>
                  <a:pt x="15875" y="31750"/>
                </a:cubicBezTo>
                <a:lnTo>
                  <a:pt x="15875" y="23812"/>
                </a:lnTo>
                <a:cubicBezTo>
                  <a:pt x="15875" y="19422"/>
                  <a:pt x="19422" y="15875"/>
                  <a:pt x="23812" y="15875"/>
                </a:cubicBezTo>
                <a:close/>
                <a:moveTo>
                  <a:pt x="27781" y="57547"/>
                </a:moveTo>
                <a:cubicBezTo>
                  <a:pt x="27781" y="60832"/>
                  <a:pt x="25114" y="63500"/>
                  <a:pt x="21828" y="63500"/>
                </a:cubicBezTo>
                <a:cubicBezTo>
                  <a:pt x="18543" y="63500"/>
                  <a:pt x="15875" y="60832"/>
                  <a:pt x="15875" y="57547"/>
                </a:cubicBezTo>
                <a:cubicBezTo>
                  <a:pt x="15875" y="54261"/>
                  <a:pt x="18543" y="51594"/>
                  <a:pt x="21828" y="51594"/>
                </a:cubicBezTo>
                <a:cubicBezTo>
                  <a:pt x="25114" y="51594"/>
                  <a:pt x="27781" y="54261"/>
                  <a:pt x="27781" y="57547"/>
                </a:cubicBezTo>
                <a:close/>
                <a:moveTo>
                  <a:pt x="47625" y="63500"/>
                </a:moveTo>
                <a:cubicBezTo>
                  <a:pt x="44339" y="63500"/>
                  <a:pt x="41672" y="60832"/>
                  <a:pt x="41672" y="57547"/>
                </a:cubicBezTo>
                <a:cubicBezTo>
                  <a:pt x="41672" y="54261"/>
                  <a:pt x="44339" y="51594"/>
                  <a:pt x="47625" y="51594"/>
                </a:cubicBezTo>
                <a:cubicBezTo>
                  <a:pt x="50911" y="51594"/>
                  <a:pt x="53578" y="54261"/>
                  <a:pt x="53578" y="57547"/>
                </a:cubicBezTo>
                <a:cubicBezTo>
                  <a:pt x="53578" y="60832"/>
                  <a:pt x="50911" y="63500"/>
                  <a:pt x="47625" y="63500"/>
                </a:cubicBezTo>
                <a:close/>
                <a:moveTo>
                  <a:pt x="79375" y="57547"/>
                </a:moveTo>
                <a:cubicBezTo>
                  <a:pt x="79375" y="60832"/>
                  <a:pt x="76707" y="63500"/>
                  <a:pt x="73422" y="63500"/>
                </a:cubicBezTo>
                <a:cubicBezTo>
                  <a:pt x="70136" y="63500"/>
                  <a:pt x="67469" y="60832"/>
                  <a:pt x="67469" y="57547"/>
                </a:cubicBezTo>
                <a:cubicBezTo>
                  <a:pt x="67469" y="54261"/>
                  <a:pt x="70136" y="51594"/>
                  <a:pt x="73422" y="51594"/>
                </a:cubicBezTo>
                <a:cubicBezTo>
                  <a:pt x="76707" y="51594"/>
                  <a:pt x="79375" y="54261"/>
                  <a:pt x="79375" y="57547"/>
                </a:cubicBezTo>
                <a:close/>
                <a:moveTo>
                  <a:pt x="21828" y="87313"/>
                </a:moveTo>
                <a:cubicBezTo>
                  <a:pt x="18543" y="87313"/>
                  <a:pt x="15875" y="84645"/>
                  <a:pt x="15875" y="81359"/>
                </a:cubicBezTo>
                <a:cubicBezTo>
                  <a:pt x="15875" y="78074"/>
                  <a:pt x="18543" y="75406"/>
                  <a:pt x="21828" y="75406"/>
                </a:cubicBezTo>
                <a:cubicBezTo>
                  <a:pt x="25114" y="75406"/>
                  <a:pt x="27781" y="78074"/>
                  <a:pt x="27781" y="81359"/>
                </a:cubicBezTo>
                <a:cubicBezTo>
                  <a:pt x="27781" y="84645"/>
                  <a:pt x="25114" y="87313"/>
                  <a:pt x="21828" y="87313"/>
                </a:cubicBezTo>
                <a:close/>
                <a:moveTo>
                  <a:pt x="53578" y="81359"/>
                </a:moveTo>
                <a:cubicBezTo>
                  <a:pt x="53578" y="84645"/>
                  <a:pt x="50911" y="87313"/>
                  <a:pt x="47625" y="87313"/>
                </a:cubicBezTo>
                <a:cubicBezTo>
                  <a:pt x="44339" y="87313"/>
                  <a:pt x="41672" y="84645"/>
                  <a:pt x="41672" y="81359"/>
                </a:cubicBezTo>
                <a:cubicBezTo>
                  <a:pt x="41672" y="78074"/>
                  <a:pt x="44339" y="75406"/>
                  <a:pt x="47625" y="75406"/>
                </a:cubicBezTo>
                <a:cubicBezTo>
                  <a:pt x="50911" y="75406"/>
                  <a:pt x="53578" y="78074"/>
                  <a:pt x="53578" y="81359"/>
                </a:cubicBezTo>
                <a:close/>
                <a:moveTo>
                  <a:pt x="73422" y="87313"/>
                </a:moveTo>
                <a:cubicBezTo>
                  <a:pt x="70136" y="87313"/>
                  <a:pt x="67469" y="84645"/>
                  <a:pt x="67469" y="81359"/>
                </a:cubicBezTo>
                <a:cubicBezTo>
                  <a:pt x="67469" y="78074"/>
                  <a:pt x="70136" y="75406"/>
                  <a:pt x="73422" y="75406"/>
                </a:cubicBezTo>
                <a:cubicBezTo>
                  <a:pt x="76707" y="75406"/>
                  <a:pt x="79375" y="78074"/>
                  <a:pt x="79375" y="81359"/>
                </a:cubicBezTo>
                <a:cubicBezTo>
                  <a:pt x="79375" y="84645"/>
                  <a:pt x="76707" y="87313"/>
                  <a:pt x="73422" y="87313"/>
                </a:cubicBezTo>
                <a:close/>
                <a:moveTo>
                  <a:pt x="15875" y="105172"/>
                </a:moveTo>
                <a:cubicBezTo>
                  <a:pt x="15875" y="101873"/>
                  <a:pt x="18529" y="99219"/>
                  <a:pt x="21828" y="99219"/>
                </a:cubicBezTo>
                <a:lnTo>
                  <a:pt x="49609" y="99219"/>
                </a:lnTo>
                <a:cubicBezTo>
                  <a:pt x="52908" y="99219"/>
                  <a:pt x="55563" y="101873"/>
                  <a:pt x="55563" y="105172"/>
                </a:cubicBezTo>
                <a:cubicBezTo>
                  <a:pt x="55563" y="108471"/>
                  <a:pt x="52908" y="111125"/>
                  <a:pt x="49609" y="111125"/>
                </a:cubicBezTo>
                <a:lnTo>
                  <a:pt x="21828" y="111125"/>
                </a:lnTo>
                <a:cubicBezTo>
                  <a:pt x="18529" y="111125"/>
                  <a:pt x="15875" y="108471"/>
                  <a:pt x="15875" y="105172"/>
                </a:cubicBezTo>
                <a:close/>
                <a:moveTo>
                  <a:pt x="73422" y="99219"/>
                </a:moveTo>
                <a:cubicBezTo>
                  <a:pt x="76721" y="99219"/>
                  <a:pt x="79375" y="101873"/>
                  <a:pt x="79375" y="105172"/>
                </a:cubicBezTo>
                <a:cubicBezTo>
                  <a:pt x="79375" y="108471"/>
                  <a:pt x="76721" y="111125"/>
                  <a:pt x="73422" y="111125"/>
                </a:cubicBezTo>
                <a:cubicBezTo>
                  <a:pt x="70123" y="111125"/>
                  <a:pt x="67469" y="108471"/>
                  <a:pt x="67469" y="105172"/>
                </a:cubicBezTo>
                <a:cubicBezTo>
                  <a:pt x="67469" y="101873"/>
                  <a:pt x="70123" y="99219"/>
                  <a:pt x="73422" y="9921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78600" y="1657348"/>
            <a:ext cx="182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Accounting - Tally/QuickBooks/Xero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6350" y="1847848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 expenses/revenue, GST returns, income tax filing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92850" y="2101755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388100" y="218113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43656" y="87313"/>
                </a:moveTo>
                <a:lnTo>
                  <a:pt x="51594" y="87313"/>
                </a:lnTo>
                <a:cubicBezTo>
                  <a:pt x="55984" y="87313"/>
                  <a:pt x="59531" y="90860"/>
                  <a:pt x="59531" y="95250"/>
                </a:cubicBezTo>
                <a:lnTo>
                  <a:pt x="59531" y="115094"/>
                </a:lnTo>
                <a:lnTo>
                  <a:pt x="35719" y="115094"/>
                </a:lnTo>
                <a:lnTo>
                  <a:pt x="35719" y="95250"/>
                </a:lnTo>
                <a:cubicBezTo>
                  <a:pt x="35719" y="90860"/>
                  <a:pt x="39266" y="87313"/>
                  <a:pt x="43656" y="87313"/>
                </a:cubicBezTo>
                <a:close/>
                <a:moveTo>
                  <a:pt x="23812" y="27781"/>
                </a:moveTo>
                <a:cubicBezTo>
                  <a:pt x="23812" y="25598"/>
                  <a:pt x="25598" y="23812"/>
                  <a:pt x="27781" y="23812"/>
                </a:cubicBezTo>
                <a:lnTo>
                  <a:pt x="35719" y="23812"/>
                </a:lnTo>
                <a:cubicBezTo>
                  <a:pt x="37902" y="23812"/>
                  <a:pt x="39688" y="25598"/>
                  <a:pt x="39688" y="27781"/>
                </a:cubicBezTo>
                <a:lnTo>
                  <a:pt x="39688" y="35719"/>
                </a:lnTo>
                <a:cubicBezTo>
                  <a:pt x="39688" y="37902"/>
                  <a:pt x="37902" y="39688"/>
                  <a:pt x="35719" y="39688"/>
                </a:cubicBezTo>
                <a:lnTo>
                  <a:pt x="27781" y="39688"/>
                </a:lnTo>
                <a:cubicBezTo>
                  <a:pt x="25598" y="39688"/>
                  <a:pt x="23812" y="37902"/>
                  <a:pt x="23812" y="35719"/>
                </a:cubicBezTo>
                <a:lnTo>
                  <a:pt x="23812" y="27781"/>
                </a:lnTo>
                <a:close/>
                <a:moveTo>
                  <a:pt x="59531" y="23812"/>
                </a:moveTo>
                <a:lnTo>
                  <a:pt x="67469" y="23812"/>
                </a:lnTo>
                <a:cubicBezTo>
                  <a:pt x="69652" y="23812"/>
                  <a:pt x="71438" y="25598"/>
                  <a:pt x="71438" y="27781"/>
                </a:cubicBezTo>
                <a:lnTo>
                  <a:pt x="71438" y="35719"/>
                </a:lnTo>
                <a:cubicBezTo>
                  <a:pt x="71438" y="37902"/>
                  <a:pt x="69652" y="39688"/>
                  <a:pt x="67469" y="39688"/>
                </a:cubicBezTo>
                <a:lnTo>
                  <a:pt x="59531" y="39688"/>
                </a:lnTo>
                <a:cubicBezTo>
                  <a:pt x="57348" y="39688"/>
                  <a:pt x="55563" y="37902"/>
                  <a:pt x="55563" y="35719"/>
                </a:cubicBezTo>
                <a:lnTo>
                  <a:pt x="55563" y="27781"/>
                </a:lnTo>
                <a:cubicBezTo>
                  <a:pt x="55563" y="25598"/>
                  <a:pt x="57348" y="23812"/>
                  <a:pt x="59531" y="23812"/>
                </a:cubicBezTo>
                <a:close/>
                <a:moveTo>
                  <a:pt x="23812" y="59531"/>
                </a:moveTo>
                <a:cubicBezTo>
                  <a:pt x="23812" y="57348"/>
                  <a:pt x="25598" y="55563"/>
                  <a:pt x="27781" y="55563"/>
                </a:cubicBezTo>
                <a:lnTo>
                  <a:pt x="35719" y="55563"/>
                </a:lnTo>
                <a:cubicBezTo>
                  <a:pt x="37902" y="55563"/>
                  <a:pt x="39688" y="57348"/>
                  <a:pt x="39688" y="59531"/>
                </a:cubicBezTo>
                <a:lnTo>
                  <a:pt x="39688" y="67469"/>
                </a:lnTo>
                <a:cubicBezTo>
                  <a:pt x="39688" y="69652"/>
                  <a:pt x="37902" y="71438"/>
                  <a:pt x="35719" y="71438"/>
                </a:cubicBezTo>
                <a:lnTo>
                  <a:pt x="27781" y="71438"/>
                </a:lnTo>
                <a:cubicBezTo>
                  <a:pt x="25598" y="71438"/>
                  <a:pt x="23812" y="69652"/>
                  <a:pt x="23812" y="67469"/>
                </a:cubicBezTo>
                <a:lnTo>
                  <a:pt x="23812" y="59531"/>
                </a:lnTo>
                <a:close/>
                <a:moveTo>
                  <a:pt x="59531" y="55563"/>
                </a:moveTo>
                <a:lnTo>
                  <a:pt x="67469" y="55563"/>
                </a:lnTo>
                <a:cubicBezTo>
                  <a:pt x="69652" y="55563"/>
                  <a:pt x="71438" y="57348"/>
                  <a:pt x="71438" y="59531"/>
                </a:cubicBezTo>
                <a:lnTo>
                  <a:pt x="71438" y="67469"/>
                </a:lnTo>
                <a:cubicBezTo>
                  <a:pt x="71438" y="69652"/>
                  <a:pt x="69652" y="71438"/>
                  <a:pt x="67469" y="71438"/>
                </a:cubicBezTo>
                <a:lnTo>
                  <a:pt x="59531" y="71438"/>
                </a:lnTo>
                <a:cubicBezTo>
                  <a:pt x="57348" y="71438"/>
                  <a:pt x="55563" y="69652"/>
                  <a:pt x="55563" y="67469"/>
                </a:cubicBezTo>
                <a:lnTo>
                  <a:pt x="55563" y="59531"/>
                </a:lnTo>
                <a:cubicBezTo>
                  <a:pt x="55563" y="57348"/>
                  <a:pt x="57348" y="55563"/>
                  <a:pt x="59531" y="5556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578600" y="2165255"/>
            <a:ext cx="162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ERP Systems - SAP/Oracle/Zoho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56350" y="2355755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customers, multi-location coordination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92850" y="2609655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356350" y="2689030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5953" y="-3969"/>
                </a:moveTo>
                <a:cubicBezTo>
                  <a:pt x="2654" y="-3969"/>
                  <a:pt x="0" y="-1315"/>
                  <a:pt x="0" y="1984"/>
                </a:cubicBezTo>
                <a:cubicBezTo>
                  <a:pt x="0" y="5283"/>
                  <a:pt x="2654" y="7938"/>
                  <a:pt x="5953" y="7938"/>
                </a:cubicBezTo>
                <a:lnTo>
                  <a:pt x="17190" y="7938"/>
                </a:lnTo>
                <a:cubicBezTo>
                  <a:pt x="18157" y="7938"/>
                  <a:pt x="18976" y="8632"/>
                  <a:pt x="19149" y="9575"/>
                </a:cubicBezTo>
                <a:lnTo>
                  <a:pt x="32072" y="80590"/>
                </a:lnTo>
                <a:cubicBezTo>
                  <a:pt x="33610" y="89074"/>
                  <a:pt x="41002" y="95250"/>
                  <a:pt x="49634" y="95250"/>
                </a:cubicBezTo>
                <a:lnTo>
                  <a:pt x="113109" y="95250"/>
                </a:lnTo>
                <a:cubicBezTo>
                  <a:pt x="116408" y="95250"/>
                  <a:pt x="119063" y="92596"/>
                  <a:pt x="119063" y="89297"/>
                </a:cubicBezTo>
                <a:cubicBezTo>
                  <a:pt x="119063" y="85998"/>
                  <a:pt x="116408" y="83344"/>
                  <a:pt x="113109" y="83344"/>
                </a:cubicBezTo>
                <a:lnTo>
                  <a:pt x="49634" y="83344"/>
                </a:lnTo>
                <a:cubicBezTo>
                  <a:pt x="46757" y="83344"/>
                  <a:pt x="44301" y="81285"/>
                  <a:pt x="43780" y="78457"/>
                </a:cubicBezTo>
                <a:lnTo>
                  <a:pt x="42515" y="71438"/>
                </a:lnTo>
                <a:lnTo>
                  <a:pt x="117822" y="71438"/>
                </a:lnTo>
                <a:cubicBezTo>
                  <a:pt x="125462" y="71438"/>
                  <a:pt x="132011" y="66005"/>
                  <a:pt x="133424" y="58489"/>
                </a:cubicBezTo>
                <a:lnTo>
                  <a:pt x="141114" y="17338"/>
                </a:lnTo>
                <a:cubicBezTo>
                  <a:pt x="142032" y="12452"/>
                  <a:pt x="138286" y="7938"/>
                  <a:pt x="133300" y="7938"/>
                </a:cubicBezTo>
                <a:lnTo>
                  <a:pt x="30931" y="7938"/>
                </a:lnTo>
                <a:lnTo>
                  <a:pt x="30832" y="7441"/>
                </a:lnTo>
                <a:cubicBezTo>
                  <a:pt x="29642" y="843"/>
                  <a:pt x="23887" y="-3969"/>
                  <a:pt x="17165" y="-3969"/>
                </a:cubicBezTo>
                <a:lnTo>
                  <a:pt x="5953" y="-3969"/>
                </a:lnTo>
                <a:close/>
                <a:moveTo>
                  <a:pt x="51594" y="127000"/>
                </a:moveTo>
                <a:cubicBezTo>
                  <a:pt x="58165" y="127000"/>
                  <a:pt x="63500" y="121665"/>
                  <a:pt x="63500" y="115094"/>
                </a:cubicBezTo>
                <a:cubicBezTo>
                  <a:pt x="63500" y="108523"/>
                  <a:pt x="58165" y="103188"/>
                  <a:pt x="51594" y="103188"/>
                </a:cubicBezTo>
                <a:cubicBezTo>
                  <a:pt x="45023" y="103188"/>
                  <a:pt x="39688" y="108523"/>
                  <a:pt x="39688" y="115094"/>
                </a:cubicBezTo>
                <a:cubicBezTo>
                  <a:pt x="39688" y="121665"/>
                  <a:pt x="45023" y="127000"/>
                  <a:pt x="51594" y="127000"/>
                </a:cubicBezTo>
                <a:close/>
                <a:moveTo>
                  <a:pt x="107156" y="127000"/>
                </a:moveTo>
                <a:cubicBezTo>
                  <a:pt x="113727" y="127000"/>
                  <a:pt x="119063" y="121665"/>
                  <a:pt x="119063" y="115094"/>
                </a:cubicBezTo>
                <a:cubicBezTo>
                  <a:pt x="119063" y="108523"/>
                  <a:pt x="113727" y="103188"/>
                  <a:pt x="107156" y="103188"/>
                </a:cubicBezTo>
                <a:cubicBezTo>
                  <a:pt x="100585" y="103188"/>
                  <a:pt x="95250" y="108523"/>
                  <a:pt x="95250" y="115094"/>
                </a:cubicBezTo>
                <a:cubicBezTo>
                  <a:pt x="95250" y="121665"/>
                  <a:pt x="100585" y="127000"/>
                  <a:pt x="107156" y="12700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578600" y="2673155"/>
            <a:ext cx="1658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Marketplace Integration (Phase 5)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6350" y="2863655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buyers (3-5% commission), raw material suppliers, consultants (15%)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92850" y="3117554"/>
            <a:ext cx="5445125" cy="444500"/>
          </a:xfrm>
          <a:custGeom>
            <a:avLst/>
            <a:gdLst/>
            <a:ahLst/>
            <a:cxnLst/>
            <a:rect l="l" t="t" r="r" b="b"/>
            <a:pathLst>
              <a:path w="5445125" h="444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380999"/>
                </a:lnTo>
                <a:cubicBezTo>
                  <a:pt x="5445125" y="416070"/>
                  <a:pt x="5416695" y="444500"/>
                  <a:pt x="53816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372225" y="319692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578600" y="3181054"/>
            <a:ext cx="785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AI/ML Services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6350" y="3371554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forecasting, contamination detection, parameter optimization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0675" y="3793727"/>
            <a:ext cx="3784600" cy="2324100"/>
          </a:xfrm>
          <a:custGeom>
            <a:avLst/>
            <a:gdLst/>
            <a:ahLst/>
            <a:cxnLst/>
            <a:rect l="l" t="t" r="r" b="b"/>
            <a:pathLst>
              <a:path w="3784600" h="2324100">
                <a:moveTo>
                  <a:pt x="95242" y="0"/>
                </a:moveTo>
                <a:lnTo>
                  <a:pt x="3689358" y="0"/>
                </a:lnTo>
                <a:cubicBezTo>
                  <a:pt x="3741959" y="0"/>
                  <a:pt x="3784600" y="42641"/>
                  <a:pt x="3784600" y="95242"/>
                </a:cubicBezTo>
                <a:lnTo>
                  <a:pt x="3784600" y="2228858"/>
                </a:lnTo>
                <a:cubicBezTo>
                  <a:pt x="3784600" y="2281459"/>
                  <a:pt x="3741959" y="2324100"/>
                  <a:pt x="3689358" y="2324100"/>
                </a:cubicBezTo>
                <a:lnTo>
                  <a:pt x="95242" y="2324100"/>
                </a:lnTo>
                <a:cubicBezTo>
                  <a:pt x="42641" y="2324100"/>
                  <a:pt x="0" y="2281459"/>
                  <a:pt x="0" y="2228858"/>
                </a:cubicBezTo>
                <a:lnTo>
                  <a:pt x="0" y="95242"/>
                </a:lnTo>
                <a:cubicBezTo>
                  <a:pt x="0" y="42676"/>
                  <a:pt x="42676" y="0"/>
                  <a:pt x="95242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427037" y="392390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77850" y="3892158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API-First Design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19100" y="4146158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82600" y="4209658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REST API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82600" y="4368307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Documented (Swagger/OpenAPI)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19100" y="4622307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82600" y="4685807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Webhooks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82600" y="4844456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event notifications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19100" y="5098456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82600" y="5161956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 Limits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82600" y="532060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 req/hour (Pro tier)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19100" y="5574605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82600" y="5638105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82600" y="579675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keys + OAuth 2.0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204692" y="3793727"/>
            <a:ext cx="3784600" cy="2324100"/>
          </a:xfrm>
          <a:custGeom>
            <a:avLst/>
            <a:gdLst/>
            <a:ahLst/>
            <a:cxnLst/>
            <a:rect l="l" t="t" r="r" b="b"/>
            <a:pathLst>
              <a:path w="3784600" h="2324100">
                <a:moveTo>
                  <a:pt x="95242" y="0"/>
                </a:moveTo>
                <a:lnTo>
                  <a:pt x="3689358" y="0"/>
                </a:lnTo>
                <a:cubicBezTo>
                  <a:pt x="3741959" y="0"/>
                  <a:pt x="3784600" y="42641"/>
                  <a:pt x="3784600" y="95242"/>
                </a:cubicBezTo>
                <a:lnTo>
                  <a:pt x="3784600" y="2228858"/>
                </a:lnTo>
                <a:cubicBezTo>
                  <a:pt x="3784600" y="2281459"/>
                  <a:pt x="3741959" y="2324100"/>
                  <a:pt x="3689358" y="2324100"/>
                </a:cubicBezTo>
                <a:lnTo>
                  <a:pt x="95242" y="2324100"/>
                </a:lnTo>
                <a:cubicBezTo>
                  <a:pt x="42641" y="2324100"/>
                  <a:pt x="0" y="2281459"/>
                  <a:pt x="0" y="2228858"/>
                </a:cubicBezTo>
                <a:lnTo>
                  <a:pt x="0" y="95242"/>
                </a:lnTo>
                <a:cubicBezTo>
                  <a:pt x="0" y="42676"/>
                  <a:pt x="42676" y="0"/>
                  <a:pt x="95242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4318992" y="392390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3656" y="5953"/>
                </a:moveTo>
                <a:cubicBezTo>
                  <a:pt x="43656" y="2654"/>
                  <a:pt x="41002" y="0"/>
                  <a:pt x="37703" y="0"/>
                </a:cubicBezTo>
                <a:cubicBezTo>
                  <a:pt x="34404" y="0"/>
                  <a:pt x="31750" y="2654"/>
                  <a:pt x="31750" y="5953"/>
                </a:cubicBezTo>
                <a:lnTo>
                  <a:pt x="31750" y="15875"/>
                </a:lnTo>
                <a:cubicBezTo>
                  <a:pt x="22994" y="15875"/>
                  <a:pt x="15875" y="22994"/>
                  <a:pt x="15875" y="31750"/>
                </a:cubicBezTo>
                <a:lnTo>
                  <a:pt x="5953" y="31750"/>
                </a:lnTo>
                <a:cubicBezTo>
                  <a:pt x="2654" y="31750"/>
                  <a:pt x="0" y="34404"/>
                  <a:pt x="0" y="37703"/>
                </a:cubicBezTo>
                <a:cubicBezTo>
                  <a:pt x="0" y="41002"/>
                  <a:pt x="2654" y="43656"/>
                  <a:pt x="5953" y="43656"/>
                </a:cubicBezTo>
                <a:lnTo>
                  <a:pt x="15875" y="43656"/>
                </a:lnTo>
                <a:lnTo>
                  <a:pt x="15875" y="57547"/>
                </a:lnTo>
                <a:lnTo>
                  <a:pt x="5953" y="57547"/>
                </a:lnTo>
                <a:cubicBezTo>
                  <a:pt x="2654" y="57547"/>
                  <a:pt x="0" y="60201"/>
                  <a:pt x="0" y="63500"/>
                </a:cubicBezTo>
                <a:cubicBezTo>
                  <a:pt x="0" y="66799"/>
                  <a:pt x="2654" y="69453"/>
                  <a:pt x="5953" y="69453"/>
                </a:cubicBezTo>
                <a:lnTo>
                  <a:pt x="15875" y="69453"/>
                </a:lnTo>
                <a:lnTo>
                  <a:pt x="15875" y="83344"/>
                </a:lnTo>
                <a:lnTo>
                  <a:pt x="5953" y="83344"/>
                </a:lnTo>
                <a:cubicBezTo>
                  <a:pt x="2654" y="83344"/>
                  <a:pt x="0" y="85998"/>
                  <a:pt x="0" y="89297"/>
                </a:cubicBezTo>
                <a:cubicBezTo>
                  <a:pt x="0" y="92596"/>
                  <a:pt x="2654" y="95250"/>
                  <a:pt x="5953" y="95250"/>
                </a:cubicBezTo>
                <a:lnTo>
                  <a:pt x="15875" y="95250"/>
                </a:lnTo>
                <a:cubicBezTo>
                  <a:pt x="15875" y="104006"/>
                  <a:pt x="22994" y="111125"/>
                  <a:pt x="31750" y="111125"/>
                </a:cubicBezTo>
                <a:lnTo>
                  <a:pt x="31750" y="121047"/>
                </a:lnTo>
                <a:cubicBezTo>
                  <a:pt x="31750" y="124346"/>
                  <a:pt x="34404" y="127000"/>
                  <a:pt x="37703" y="127000"/>
                </a:cubicBezTo>
                <a:cubicBezTo>
                  <a:pt x="41002" y="127000"/>
                  <a:pt x="43656" y="124346"/>
                  <a:pt x="43656" y="121047"/>
                </a:cubicBezTo>
                <a:lnTo>
                  <a:pt x="43656" y="111125"/>
                </a:lnTo>
                <a:lnTo>
                  <a:pt x="57547" y="111125"/>
                </a:lnTo>
                <a:lnTo>
                  <a:pt x="57547" y="121047"/>
                </a:lnTo>
                <a:cubicBezTo>
                  <a:pt x="57547" y="124346"/>
                  <a:pt x="60201" y="127000"/>
                  <a:pt x="63500" y="127000"/>
                </a:cubicBezTo>
                <a:cubicBezTo>
                  <a:pt x="66799" y="127000"/>
                  <a:pt x="69453" y="124346"/>
                  <a:pt x="69453" y="121047"/>
                </a:cubicBezTo>
                <a:lnTo>
                  <a:pt x="69453" y="111125"/>
                </a:lnTo>
                <a:lnTo>
                  <a:pt x="83344" y="111125"/>
                </a:lnTo>
                <a:lnTo>
                  <a:pt x="83344" y="121047"/>
                </a:lnTo>
                <a:cubicBezTo>
                  <a:pt x="83344" y="124346"/>
                  <a:pt x="85998" y="127000"/>
                  <a:pt x="89297" y="127000"/>
                </a:cubicBezTo>
                <a:cubicBezTo>
                  <a:pt x="92596" y="127000"/>
                  <a:pt x="95250" y="124346"/>
                  <a:pt x="95250" y="121047"/>
                </a:cubicBezTo>
                <a:lnTo>
                  <a:pt x="95250" y="111125"/>
                </a:lnTo>
                <a:cubicBezTo>
                  <a:pt x="104006" y="111125"/>
                  <a:pt x="111125" y="104006"/>
                  <a:pt x="111125" y="95250"/>
                </a:cubicBezTo>
                <a:lnTo>
                  <a:pt x="121047" y="95250"/>
                </a:lnTo>
                <a:cubicBezTo>
                  <a:pt x="124346" y="95250"/>
                  <a:pt x="127000" y="92596"/>
                  <a:pt x="127000" y="89297"/>
                </a:cubicBezTo>
                <a:cubicBezTo>
                  <a:pt x="127000" y="85998"/>
                  <a:pt x="124346" y="83344"/>
                  <a:pt x="121047" y="83344"/>
                </a:cubicBezTo>
                <a:lnTo>
                  <a:pt x="111125" y="83344"/>
                </a:lnTo>
                <a:lnTo>
                  <a:pt x="111125" y="69453"/>
                </a:lnTo>
                <a:lnTo>
                  <a:pt x="121047" y="69453"/>
                </a:lnTo>
                <a:cubicBezTo>
                  <a:pt x="124346" y="69453"/>
                  <a:pt x="127000" y="66799"/>
                  <a:pt x="127000" y="63500"/>
                </a:cubicBezTo>
                <a:cubicBezTo>
                  <a:pt x="127000" y="60201"/>
                  <a:pt x="124346" y="57547"/>
                  <a:pt x="121047" y="57547"/>
                </a:cubicBezTo>
                <a:lnTo>
                  <a:pt x="111125" y="57547"/>
                </a:lnTo>
                <a:lnTo>
                  <a:pt x="111125" y="43656"/>
                </a:lnTo>
                <a:lnTo>
                  <a:pt x="121047" y="43656"/>
                </a:lnTo>
                <a:cubicBezTo>
                  <a:pt x="124346" y="43656"/>
                  <a:pt x="127000" y="41002"/>
                  <a:pt x="127000" y="37703"/>
                </a:cubicBezTo>
                <a:cubicBezTo>
                  <a:pt x="127000" y="34404"/>
                  <a:pt x="124346" y="31750"/>
                  <a:pt x="121047" y="31750"/>
                </a:cubicBezTo>
                <a:lnTo>
                  <a:pt x="111125" y="31750"/>
                </a:lnTo>
                <a:cubicBezTo>
                  <a:pt x="111125" y="22994"/>
                  <a:pt x="104006" y="15875"/>
                  <a:pt x="95250" y="15875"/>
                </a:cubicBezTo>
                <a:lnTo>
                  <a:pt x="95250" y="5953"/>
                </a:lnTo>
                <a:cubicBezTo>
                  <a:pt x="95250" y="2654"/>
                  <a:pt x="92596" y="0"/>
                  <a:pt x="89297" y="0"/>
                </a:cubicBezTo>
                <a:cubicBezTo>
                  <a:pt x="85998" y="0"/>
                  <a:pt x="83344" y="2654"/>
                  <a:pt x="83344" y="5953"/>
                </a:cubicBezTo>
                <a:lnTo>
                  <a:pt x="83344" y="15875"/>
                </a:lnTo>
                <a:lnTo>
                  <a:pt x="69453" y="15875"/>
                </a:lnTo>
                <a:lnTo>
                  <a:pt x="69453" y="5953"/>
                </a:lnTo>
                <a:cubicBezTo>
                  <a:pt x="69453" y="2654"/>
                  <a:pt x="66799" y="0"/>
                  <a:pt x="63500" y="0"/>
                </a:cubicBezTo>
                <a:cubicBezTo>
                  <a:pt x="60201" y="0"/>
                  <a:pt x="57547" y="2654"/>
                  <a:pt x="57547" y="5953"/>
                </a:cubicBezTo>
                <a:lnTo>
                  <a:pt x="57547" y="15875"/>
                </a:lnTo>
                <a:lnTo>
                  <a:pt x="43656" y="15875"/>
                </a:lnTo>
                <a:lnTo>
                  <a:pt x="43656" y="5953"/>
                </a:lnTo>
                <a:close/>
                <a:moveTo>
                  <a:pt x="39688" y="31750"/>
                </a:moveTo>
                <a:lnTo>
                  <a:pt x="87313" y="31750"/>
                </a:lnTo>
                <a:cubicBezTo>
                  <a:pt x="91703" y="31750"/>
                  <a:pt x="95250" y="35297"/>
                  <a:pt x="95250" y="39688"/>
                </a:cubicBezTo>
                <a:lnTo>
                  <a:pt x="95250" y="87313"/>
                </a:lnTo>
                <a:cubicBezTo>
                  <a:pt x="95250" y="91703"/>
                  <a:pt x="91703" y="95250"/>
                  <a:pt x="87313" y="95250"/>
                </a:cubicBezTo>
                <a:lnTo>
                  <a:pt x="39688" y="95250"/>
                </a:lnTo>
                <a:cubicBezTo>
                  <a:pt x="35297" y="95250"/>
                  <a:pt x="31750" y="91703"/>
                  <a:pt x="31750" y="87313"/>
                </a:cubicBezTo>
                <a:lnTo>
                  <a:pt x="31750" y="39688"/>
                </a:lnTo>
                <a:cubicBezTo>
                  <a:pt x="31750" y="35297"/>
                  <a:pt x="35297" y="31750"/>
                  <a:pt x="39688" y="31750"/>
                </a:cubicBezTo>
                <a:close/>
                <a:moveTo>
                  <a:pt x="43656" y="43656"/>
                </a:moveTo>
                <a:lnTo>
                  <a:pt x="43656" y="83344"/>
                </a:lnTo>
                <a:lnTo>
                  <a:pt x="83344" y="83344"/>
                </a:lnTo>
                <a:lnTo>
                  <a:pt x="83344" y="43656"/>
                </a:lnTo>
                <a:lnTo>
                  <a:pt x="43656" y="43656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461867" y="3892158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Compatibility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303117" y="4146158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4366617" y="4209658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 Support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366617" y="4368307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REST (Phase 1), MQTT via RPi gateway (Phase 2)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303117" y="4622307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4366617" y="4685807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Pre-Certified Sensors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366617" y="4844456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SCD4x, DHT11, DS18B20 x10 (production-proven sensors)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303117" y="5098456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366617" y="5161956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Drivers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4366617" y="5320605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 within 2 weeks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088809" y="3793727"/>
            <a:ext cx="3784600" cy="2324100"/>
          </a:xfrm>
          <a:custGeom>
            <a:avLst/>
            <a:gdLst/>
            <a:ahLst/>
            <a:cxnLst/>
            <a:rect l="l" t="t" r="r" b="b"/>
            <a:pathLst>
              <a:path w="3784600" h="2324100">
                <a:moveTo>
                  <a:pt x="95242" y="0"/>
                </a:moveTo>
                <a:lnTo>
                  <a:pt x="3689358" y="0"/>
                </a:lnTo>
                <a:cubicBezTo>
                  <a:pt x="3741959" y="0"/>
                  <a:pt x="3784600" y="42641"/>
                  <a:pt x="3784600" y="95242"/>
                </a:cubicBezTo>
                <a:lnTo>
                  <a:pt x="3784600" y="2228858"/>
                </a:lnTo>
                <a:cubicBezTo>
                  <a:pt x="3784600" y="2281459"/>
                  <a:pt x="3741959" y="2324100"/>
                  <a:pt x="3689358" y="2324100"/>
                </a:cubicBezTo>
                <a:lnTo>
                  <a:pt x="95242" y="2324100"/>
                </a:lnTo>
                <a:cubicBezTo>
                  <a:pt x="42641" y="2324100"/>
                  <a:pt x="0" y="2281459"/>
                  <a:pt x="0" y="2228858"/>
                </a:cubicBezTo>
                <a:lnTo>
                  <a:pt x="0" y="95242"/>
                </a:lnTo>
                <a:cubicBezTo>
                  <a:pt x="0" y="42676"/>
                  <a:pt x="42676" y="0"/>
                  <a:pt x="95242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8195171" y="392390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23937" y="0"/>
                </a:moveTo>
                <a:cubicBezTo>
                  <a:pt x="15180" y="0"/>
                  <a:pt x="8062" y="7119"/>
                  <a:pt x="8062" y="15875"/>
                </a:cubicBezTo>
                <a:lnTo>
                  <a:pt x="8062" y="111125"/>
                </a:lnTo>
                <a:cubicBezTo>
                  <a:pt x="8062" y="119881"/>
                  <a:pt x="15180" y="127000"/>
                  <a:pt x="23937" y="127000"/>
                </a:cubicBezTo>
                <a:lnTo>
                  <a:pt x="87437" y="127000"/>
                </a:lnTo>
                <a:cubicBezTo>
                  <a:pt x="96193" y="127000"/>
                  <a:pt x="103312" y="119881"/>
                  <a:pt x="103312" y="111125"/>
                </a:cubicBezTo>
                <a:lnTo>
                  <a:pt x="103312" y="87313"/>
                </a:lnTo>
                <a:lnTo>
                  <a:pt x="122684" y="87313"/>
                </a:lnTo>
                <a:lnTo>
                  <a:pt x="114995" y="95002"/>
                </a:lnTo>
                <a:cubicBezTo>
                  <a:pt x="112663" y="97334"/>
                  <a:pt x="112663" y="101104"/>
                  <a:pt x="114995" y="103411"/>
                </a:cubicBezTo>
                <a:cubicBezTo>
                  <a:pt x="117326" y="105718"/>
                  <a:pt x="121096" y="105742"/>
                  <a:pt x="123403" y="103411"/>
                </a:cubicBezTo>
                <a:lnTo>
                  <a:pt x="141263" y="85551"/>
                </a:lnTo>
                <a:cubicBezTo>
                  <a:pt x="143594" y="83220"/>
                  <a:pt x="143594" y="79449"/>
                  <a:pt x="141263" y="77143"/>
                </a:cubicBezTo>
                <a:lnTo>
                  <a:pt x="123403" y="59283"/>
                </a:lnTo>
                <a:cubicBezTo>
                  <a:pt x="121072" y="56952"/>
                  <a:pt x="117301" y="56952"/>
                  <a:pt x="114995" y="59283"/>
                </a:cubicBezTo>
                <a:cubicBezTo>
                  <a:pt x="112688" y="61615"/>
                  <a:pt x="112663" y="65385"/>
                  <a:pt x="114995" y="67692"/>
                </a:cubicBezTo>
                <a:lnTo>
                  <a:pt x="122684" y="75381"/>
                </a:lnTo>
                <a:lnTo>
                  <a:pt x="103312" y="75381"/>
                </a:lnTo>
                <a:lnTo>
                  <a:pt x="103312" y="42267"/>
                </a:lnTo>
                <a:cubicBezTo>
                  <a:pt x="103312" y="38050"/>
                  <a:pt x="101650" y="34007"/>
                  <a:pt x="98673" y="31031"/>
                </a:cubicBezTo>
                <a:lnTo>
                  <a:pt x="72231" y="4638"/>
                </a:lnTo>
                <a:cubicBezTo>
                  <a:pt x="69255" y="1662"/>
                  <a:pt x="65236" y="0"/>
                  <a:pt x="61020" y="0"/>
                </a:cubicBezTo>
                <a:lnTo>
                  <a:pt x="23937" y="0"/>
                </a:lnTo>
                <a:close/>
                <a:moveTo>
                  <a:pt x="88801" y="43656"/>
                </a:moveTo>
                <a:lnTo>
                  <a:pt x="65608" y="43656"/>
                </a:lnTo>
                <a:cubicBezTo>
                  <a:pt x="62309" y="43656"/>
                  <a:pt x="59655" y="41002"/>
                  <a:pt x="59655" y="37703"/>
                </a:cubicBezTo>
                <a:lnTo>
                  <a:pt x="59655" y="14511"/>
                </a:lnTo>
                <a:lnTo>
                  <a:pt x="88801" y="43656"/>
                </a:lnTo>
                <a:close/>
                <a:moveTo>
                  <a:pt x="55687" y="81359"/>
                </a:moveTo>
                <a:cubicBezTo>
                  <a:pt x="55687" y="78060"/>
                  <a:pt x="58341" y="75406"/>
                  <a:pt x="61640" y="75406"/>
                </a:cubicBezTo>
                <a:lnTo>
                  <a:pt x="87437" y="75406"/>
                </a:lnTo>
                <a:lnTo>
                  <a:pt x="87437" y="87313"/>
                </a:lnTo>
                <a:lnTo>
                  <a:pt x="61640" y="87313"/>
                </a:lnTo>
                <a:cubicBezTo>
                  <a:pt x="58341" y="87313"/>
                  <a:pt x="55687" y="84658"/>
                  <a:pt x="55687" y="8135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345984" y="3892158"/>
            <a:ext cx="349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Export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187234" y="4146158"/>
            <a:ext cx="3587750" cy="444500"/>
          </a:xfrm>
          <a:custGeom>
            <a:avLst/>
            <a:gdLst/>
            <a:ahLst/>
            <a:cxnLst/>
            <a:rect l="l" t="t" r="r" b="b"/>
            <a:pathLst>
              <a:path w="3587750" h="444500">
                <a:moveTo>
                  <a:pt x="63501" y="0"/>
                </a:moveTo>
                <a:lnTo>
                  <a:pt x="3524249" y="0"/>
                </a:lnTo>
                <a:cubicBezTo>
                  <a:pt x="3559320" y="0"/>
                  <a:pt x="3587750" y="28430"/>
                  <a:pt x="3587750" y="63501"/>
                </a:cubicBezTo>
                <a:lnTo>
                  <a:pt x="3587750" y="380999"/>
                </a:lnTo>
                <a:cubicBezTo>
                  <a:pt x="3587750" y="416070"/>
                  <a:pt x="3559320" y="444500"/>
                  <a:pt x="352424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8250734" y="4209658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250734" y="4368307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CSV, Excel, JSON, PDF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187234" y="4622307"/>
            <a:ext cx="3587750" cy="762000"/>
          </a:xfrm>
          <a:custGeom>
            <a:avLst/>
            <a:gdLst/>
            <a:ahLst/>
            <a:cxnLst/>
            <a:rect l="l" t="t" r="r" b="b"/>
            <a:pathLst>
              <a:path w="3587750" h="762000">
                <a:moveTo>
                  <a:pt x="63497" y="0"/>
                </a:moveTo>
                <a:lnTo>
                  <a:pt x="3524253" y="0"/>
                </a:lnTo>
                <a:cubicBezTo>
                  <a:pt x="3559321" y="0"/>
                  <a:pt x="3587750" y="28429"/>
                  <a:pt x="3587750" y="63497"/>
                </a:cubicBezTo>
                <a:lnTo>
                  <a:pt x="3587750" y="698503"/>
                </a:lnTo>
                <a:cubicBezTo>
                  <a:pt x="3587750" y="733571"/>
                  <a:pt x="3559321" y="762000"/>
                  <a:pt x="3524253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8250734" y="4685807"/>
            <a:ext cx="3508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250734" y="4844456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Regulatory compliance (FDA logs)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250734" y="5003206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Research collaboration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250734" y="5161956"/>
            <a:ext cx="351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BI (Power BI, Tableau)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320675" y="6219036"/>
            <a:ext cx="11547475" cy="609600"/>
          </a:xfrm>
          <a:custGeom>
            <a:avLst/>
            <a:gdLst/>
            <a:ahLst/>
            <a:cxnLst/>
            <a:rect l="l" t="t" r="r" b="b"/>
            <a:pathLst>
              <a:path w="11547475" h="609600">
                <a:moveTo>
                  <a:pt x="95250" y="0"/>
                </a:moveTo>
                <a:lnTo>
                  <a:pt x="11452225" y="0"/>
                </a:lnTo>
                <a:cubicBezTo>
                  <a:pt x="11504795" y="0"/>
                  <a:pt x="11547475" y="42680"/>
                  <a:pt x="11547475" y="95250"/>
                </a:cubicBezTo>
                <a:lnTo>
                  <a:pt x="11547475" y="514350"/>
                </a:lnTo>
                <a:cubicBezTo>
                  <a:pt x="11547475" y="566955"/>
                  <a:pt x="11504830" y="609600"/>
                  <a:pt x="11452225" y="609600"/>
                </a:cubicBezTo>
                <a:lnTo>
                  <a:pt x="95250" y="609600"/>
                </a:lnTo>
                <a:cubicBezTo>
                  <a:pt x="42645" y="609600"/>
                  <a:pt x="0" y="566955"/>
                  <a:pt x="0" y="514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391319" y="6317459"/>
            <a:ext cx="375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SAP Integration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383381" y="6507959"/>
            <a:ext cx="3770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weeks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4218186" y="6317459"/>
            <a:ext cx="375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Sensor Brand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4210248" y="6507959"/>
            <a:ext cx="3770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weeks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8045152" y="6317459"/>
            <a:ext cx="375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FSSAI Report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8037215" y="6507959"/>
            <a:ext cx="3770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days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6797" y="468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537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5437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From 1 Farm to 1000 Farms - Technical Scalability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benchmarks, scalability ceilings, and growth path from MVP to enterprise scale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11547475" cy="1212850"/>
          </a:xfrm>
          <a:custGeom>
            <a:avLst/>
            <a:gdLst/>
            <a:ahLst/>
            <a:cxnLst/>
            <a:rect l="l" t="t" r="r" b="b"/>
            <a:pathLst>
              <a:path w="11547475" h="1212850">
                <a:moveTo>
                  <a:pt x="95245" y="0"/>
                </a:moveTo>
                <a:lnTo>
                  <a:pt x="11452230" y="0"/>
                </a:lnTo>
                <a:cubicBezTo>
                  <a:pt x="11504832" y="0"/>
                  <a:pt x="11547475" y="42643"/>
                  <a:pt x="11547475" y="95245"/>
                </a:cubicBezTo>
                <a:lnTo>
                  <a:pt x="11547475" y="1117605"/>
                </a:lnTo>
                <a:cubicBezTo>
                  <a:pt x="11547475" y="1170207"/>
                  <a:pt x="11504832" y="1212850"/>
                  <a:pt x="11452230" y="1212850"/>
                </a:cubicBezTo>
                <a:lnTo>
                  <a:pt x="95245" y="1212850"/>
                </a:lnTo>
                <a:cubicBezTo>
                  <a:pt x="42643" y="1212850"/>
                  <a:pt x="0" y="1170207"/>
                  <a:pt x="0" y="1117605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0694" y="131603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71438"/>
                </a:moveTo>
                <a:cubicBezTo>
                  <a:pt x="0" y="32010"/>
                  <a:pt x="32010" y="0"/>
                  <a:pt x="71437" y="0"/>
                </a:cubicBezTo>
                <a:cubicBezTo>
                  <a:pt x="110865" y="0"/>
                  <a:pt x="142875" y="32010"/>
                  <a:pt x="142875" y="71437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lose/>
                <a:moveTo>
                  <a:pt x="80367" y="26789"/>
                </a:moveTo>
                <a:cubicBezTo>
                  <a:pt x="80367" y="21861"/>
                  <a:pt x="76366" y="17859"/>
                  <a:pt x="71438" y="17859"/>
                </a:cubicBezTo>
                <a:cubicBezTo>
                  <a:pt x="66509" y="17859"/>
                  <a:pt x="62508" y="21861"/>
                  <a:pt x="62508" y="26789"/>
                </a:cubicBezTo>
                <a:cubicBezTo>
                  <a:pt x="62508" y="31717"/>
                  <a:pt x="66509" y="35719"/>
                  <a:pt x="71438" y="35719"/>
                </a:cubicBezTo>
                <a:cubicBezTo>
                  <a:pt x="76366" y="35719"/>
                  <a:pt x="80367" y="31717"/>
                  <a:pt x="80367" y="26789"/>
                </a:cubicBezTo>
                <a:close/>
                <a:moveTo>
                  <a:pt x="71438" y="116086"/>
                </a:moveTo>
                <a:cubicBezTo>
                  <a:pt x="81288" y="116086"/>
                  <a:pt x="89297" y="108077"/>
                  <a:pt x="89297" y="98227"/>
                </a:cubicBezTo>
                <a:cubicBezTo>
                  <a:pt x="89297" y="93706"/>
                  <a:pt x="87623" y="89548"/>
                  <a:pt x="84832" y="86423"/>
                </a:cubicBezTo>
                <a:lnTo>
                  <a:pt x="104226" y="47662"/>
                </a:lnTo>
                <a:cubicBezTo>
                  <a:pt x="105873" y="44341"/>
                  <a:pt x="104533" y="40323"/>
                  <a:pt x="101240" y="38677"/>
                </a:cubicBezTo>
                <a:cubicBezTo>
                  <a:pt x="97948" y="37030"/>
                  <a:pt x="93901" y="38370"/>
                  <a:pt x="92255" y="41663"/>
                </a:cubicBezTo>
                <a:lnTo>
                  <a:pt x="72861" y="80423"/>
                </a:lnTo>
                <a:cubicBezTo>
                  <a:pt x="72386" y="80395"/>
                  <a:pt x="71912" y="80367"/>
                  <a:pt x="71438" y="80367"/>
                </a:cubicBezTo>
                <a:cubicBezTo>
                  <a:pt x="61587" y="80367"/>
                  <a:pt x="53578" y="88376"/>
                  <a:pt x="53578" y="98227"/>
                </a:cubicBezTo>
                <a:cubicBezTo>
                  <a:pt x="53578" y="108077"/>
                  <a:pt x="61587" y="116086"/>
                  <a:pt x="71438" y="116086"/>
                </a:cubicBezTo>
                <a:close/>
                <a:moveTo>
                  <a:pt x="49113" y="40184"/>
                </a:moveTo>
                <a:cubicBezTo>
                  <a:pt x="49113" y="35255"/>
                  <a:pt x="45112" y="31254"/>
                  <a:pt x="40184" y="31254"/>
                </a:cubicBezTo>
                <a:cubicBezTo>
                  <a:pt x="35255" y="31254"/>
                  <a:pt x="31254" y="35255"/>
                  <a:pt x="31254" y="40184"/>
                </a:cubicBezTo>
                <a:cubicBezTo>
                  <a:pt x="31254" y="45112"/>
                  <a:pt x="35255" y="49113"/>
                  <a:pt x="40184" y="49113"/>
                </a:cubicBezTo>
                <a:cubicBezTo>
                  <a:pt x="45112" y="49113"/>
                  <a:pt x="49113" y="45112"/>
                  <a:pt x="49113" y="40184"/>
                </a:cubicBezTo>
                <a:close/>
                <a:moveTo>
                  <a:pt x="26789" y="80367"/>
                </a:moveTo>
                <a:cubicBezTo>
                  <a:pt x="31717" y="80367"/>
                  <a:pt x="35719" y="76366"/>
                  <a:pt x="35719" y="71438"/>
                </a:cubicBezTo>
                <a:cubicBezTo>
                  <a:pt x="35719" y="66509"/>
                  <a:pt x="31717" y="62508"/>
                  <a:pt x="26789" y="62508"/>
                </a:cubicBezTo>
                <a:cubicBezTo>
                  <a:pt x="21861" y="62508"/>
                  <a:pt x="17859" y="66509"/>
                  <a:pt x="17859" y="71438"/>
                </a:cubicBezTo>
                <a:cubicBezTo>
                  <a:pt x="17859" y="76366"/>
                  <a:pt x="21861" y="80367"/>
                  <a:pt x="26789" y="80367"/>
                </a:cubicBezTo>
                <a:close/>
                <a:moveTo>
                  <a:pt x="125016" y="71438"/>
                </a:moveTo>
                <a:cubicBezTo>
                  <a:pt x="125016" y="66509"/>
                  <a:pt x="121014" y="62508"/>
                  <a:pt x="116086" y="62508"/>
                </a:cubicBezTo>
                <a:cubicBezTo>
                  <a:pt x="111158" y="62508"/>
                  <a:pt x="107156" y="66509"/>
                  <a:pt x="107156" y="71438"/>
                </a:cubicBezTo>
                <a:cubicBezTo>
                  <a:pt x="107156" y="76366"/>
                  <a:pt x="111158" y="80367"/>
                  <a:pt x="116086" y="80367"/>
                </a:cubicBezTo>
                <a:cubicBezTo>
                  <a:pt x="121014" y="80367"/>
                  <a:pt x="125016" y="76366"/>
                  <a:pt x="125016" y="7143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3412" y="1276348"/>
            <a:ext cx="1117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Benchmarks (Tested)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" y="1593848"/>
            <a:ext cx="1801813" cy="635000"/>
          </a:xfrm>
          <a:custGeom>
            <a:avLst/>
            <a:gdLst/>
            <a:ahLst/>
            <a:cxnLst/>
            <a:rect l="l" t="t" r="r" b="b"/>
            <a:pathLst>
              <a:path w="1801813" h="635000">
                <a:moveTo>
                  <a:pt x="63500" y="0"/>
                </a:moveTo>
                <a:lnTo>
                  <a:pt x="1738313" y="0"/>
                </a:lnTo>
                <a:cubicBezTo>
                  <a:pt x="1773359" y="0"/>
                  <a:pt x="1801813" y="28453"/>
                  <a:pt x="1801813" y="63500"/>
                </a:cubicBezTo>
                <a:lnTo>
                  <a:pt x="1801813" y="571500"/>
                </a:lnTo>
                <a:cubicBezTo>
                  <a:pt x="1801813" y="606547"/>
                  <a:pt x="1773359" y="635000"/>
                  <a:pt x="17383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0538" y="1657348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Response 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4663" y="1816005"/>
            <a:ext cx="1754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340ms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0538" y="2038255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&lt;500ms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48409" y="1593848"/>
            <a:ext cx="1801813" cy="635000"/>
          </a:xfrm>
          <a:custGeom>
            <a:avLst/>
            <a:gdLst/>
            <a:ahLst/>
            <a:cxnLst/>
            <a:rect l="l" t="t" r="r" b="b"/>
            <a:pathLst>
              <a:path w="1801813" h="635000">
                <a:moveTo>
                  <a:pt x="63500" y="0"/>
                </a:moveTo>
                <a:lnTo>
                  <a:pt x="1738313" y="0"/>
                </a:lnTo>
                <a:cubicBezTo>
                  <a:pt x="1773359" y="0"/>
                  <a:pt x="1801813" y="28453"/>
                  <a:pt x="1801813" y="63500"/>
                </a:cubicBezTo>
                <a:lnTo>
                  <a:pt x="1801813" y="571500"/>
                </a:lnTo>
                <a:cubicBezTo>
                  <a:pt x="1801813" y="606547"/>
                  <a:pt x="1773359" y="635000"/>
                  <a:pt x="17383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388096" y="1657348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Load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72221" y="1816005"/>
            <a:ext cx="1754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3.2s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88096" y="2038255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3G network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5967" y="1593848"/>
            <a:ext cx="1801813" cy="635000"/>
          </a:xfrm>
          <a:custGeom>
            <a:avLst/>
            <a:gdLst/>
            <a:ahLst/>
            <a:cxnLst/>
            <a:rect l="l" t="t" r="r" b="b"/>
            <a:pathLst>
              <a:path w="1801813" h="635000">
                <a:moveTo>
                  <a:pt x="63500" y="0"/>
                </a:moveTo>
                <a:lnTo>
                  <a:pt x="1738313" y="0"/>
                </a:lnTo>
                <a:cubicBezTo>
                  <a:pt x="1773359" y="0"/>
                  <a:pt x="1801813" y="28453"/>
                  <a:pt x="1801813" y="63500"/>
                </a:cubicBezTo>
                <a:lnTo>
                  <a:pt x="1801813" y="571500"/>
                </a:lnTo>
                <a:cubicBezTo>
                  <a:pt x="1801813" y="606547"/>
                  <a:pt x="1773359" y="635000"/>
                  <a:pt x="17383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85655" y="1657348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 Latency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69780" y="1816005"/>
            <a:ext cx="1754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140ms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85655" y="2038255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Edge→Cloud→Client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43625" y="1593848"/>
            <a:ext cx="1801813" cy="635000"/>
          </a:xfrm>
          <a:custGeom>
            <a:avLst/>
            <a:gdLst/>
            <a:ahLst/>
            <a:cxnLst/>
            <a:rect l="l" t="t" r="r" b="b"/>
            <a:pathLst>
              <a:path w="1801813" h="635000">
                <a:moveTo>
                  <a:pt x="63500" y="0"/>
                </a:moveTo>
                <a:lnTo>
                  <a:pt x="1738313" y="0"/>
                </a:lnTo>
                <a:cubicBezTo>
                  <a:pt x="1773359" y="0"/>
                  <a:pt x="1801813" y="28453"/>
                  <a:pt x="1801813" y="63500"/>
                </a:cubicBezTo>
                <a:lnTo>
                  <a:pt x="1801813" y="571500"/>
                </a:lnTo>
                <a:cubicBezTo>
                  <a:pt x="1801813" y="606547"/>
                  <a:pt x="1773359" y="635000"/>
                  <a:pt x="17383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83313" y="1657348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Ingestion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67438" y="1816005"/>
            <a:ext cx="1754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15K/sec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83313" y="2038255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+ Redis benchmark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41184" y="1593848"/>
            <a:ext cx="1801813" cy="635000"/>
          </a:xfrm>
          <a:custGeom>
            <a:avLst/>
            <a:gdLst/>
            <a:ahLst/>
            <a:cxnLst/>
            <a:rect l="l" t="t" r="r" b="b"/>
            <a:pathLst>
              <a:path w="1801813" h="635000">
                <a:moveTo>
                  <a:pt x="63500" y="0"/>
                </a:moveTo>
                <a:lnTo>
                  <a:pt x="1738313" y="0"/>
                </a:lnTo>
                <a:cubicBezTo>
                  <a:pt x="1773359" y="0"/>
                  <a:pt x="1801813" y="28453"/>
                  <a:pt x="1801813" y="63500"/>
                </a:cubicBezTo>
                <a:lnTo>
                  <a:pt x="1801813" y="571500"/>
                </a:lnTo>
                <a:cubicBezTo>
                  <a:pt x="1801813" y="606547"/>
                  <a:pt x="1773359" y="635000"/>
                  <a:pt x="17383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080871" y="1657348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 Query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64996" y="1816005"/>
            <a:ext cx="1754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85ms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80871" y="2038255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10M rows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38742" y="1593848"/>
            <a:ext cx="1801813" cy="635000"/>
          </a:xfrm>
          <a:custGeom>
            <a:avLst/>
            <a:gdLst/>
            <a:ahLst/>
            <a:cxnLst/>
            <a:rect l="l" t="t" r="r" b="b"/>
            <a:pathLst>
              <a:path w="1801813" h="635000">
                <a:moveTo>
                  <a:pt x="63500" y="0"/>
                </a:moveTo>
                <a:lnTo>
                  <a:pt x="1738313" y="0"/>
                </a:lnTo>
                <a:cubicBezTo>
                  <a:pt x="1773359" y="0"/>
                  <a:pt x="1801813" y="28453"/>
                  <a:pt x="1801813" y="63500"/>
                </a:cubicBezTo>
                <a:lnTo>
                  <a:pt x="1801813" y="571500"/>
                </a:lnTo>
                <a:cubicBezTo>
                  <a:pt x="1801813" y="606547"/>
                  <a:pt x="1773359" y="635000"/>
                  <a:pt x="17383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978430" y="1657348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Uptime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62555" y="1816005"/>
            <a:ext cx="1754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99.7%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78430" y="2038255"/>
            <a:ext cx="1722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30-day pilot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0675" y="2460428"/>
            <a:ext cx="5705475" cy="2641600"/>
          </a:xfrm>
          <a:custGeom>
            <a:avLst/>
            <a:gdLst/>
            <a:ahLst/>
            <a:cxnLst/>
            <a:rect l="l" t="t" r="r" b="b"/>
            <a:pathLst>
              <a:path w="5705475" h="2641600">
                <a:moveTo>
                  <a:pt x="95256" y="0"/>
                </a:moveTo>
                <a:lnTo>
                  <a:pt x="5610219" y="0"/>
                </a:lnTo>
                <a:cubicBezTo>
                  <a:pt x="5662827" y="0"/>
                  <a:pt x="5705475" y="42648"/>
                  <a:pt x="5705475" y="95256"/>
                </a:cubicBezTo>
                <a:lnTo>
                  <a:pt x="5705475" y="2546344"/>
                </a:lnTo>
                <a:cubicBezTo>
                  <a:pt x="5705475" y="2598952"/>
                  <a:pt x="5662827" y="2641600"/>
                  <a:pt x="5610219" y="2641600"/>
                </a:cubicBezTo>
                <a:lnTo>
                  <a:pt x="95256" y="2641600"/>
                </a:lnTo>
                <a:cubicBezTo>
                  <a:pt x="42648" y="2641600"/>
                  <a:pt x="0" y="2598952"/>
                  <a:pt x="0" y="254634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66725" y="26223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09600" y="2590602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Ceilings (When to Upgrade)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0850" y="2876352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14350" y="2939852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(Single)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31718" y="2939852"/>
            <a:ext cx="55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farms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4350" y="3225602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Symptoms: Queries &gt;1s, connections exhausted | Solution: Horizontal sharding (5 DB instances)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0850" y="3416001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14350" y="3479501"/>
            <a:ext cx="69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(Single)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47940" y="3479501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 WebSockets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4350" y="3765251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Symptoms: Memory &gt;16GB, evictions | Solution: Redis Cluster (3 nodes, 64GB)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0850" y="3955658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14350" y="4019158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Kubernetes Nodes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077023" y="4019158"/>
            <a:ext cx="81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 pods/node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14350" y="4304908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Symptoms: CPU throttling, OOM kills | Solution: Auto-scale (5-20 nodes)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0850" y="4495307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14350" y="4558807"/>
            <a:ext cx="69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(Single)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269408" y="4558807"/>
            <a:ext cx="619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100K WebSockets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14350" y="4844557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Symptoms: Memory &gt;16GB | Solution: Redis Cluster (3 nodes)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62675" y="2460428"/>
            <a:ext cx="5705475" cy="2641600"/>
          </a:xfrm>
          <a:custGeom>
            <a:avLst/>
            <a:gdLst/>
            <a:ahLst/>
            <a:cxnLst/>
            <a:rect l="l" t="t" r="r" b="b"/>
            <a:pathLst>
              <a:path w="5705475" h="2641600">
                <a:moveTo>
                  <a:pt x="95256" y="0"/>
                </a:moveTo>
                <a:lnTo>
                  <a:pt x="5610219" y="0"/>
                </a:lnTo>
                <a:cubicBezTo>
                  <a:pt x="5662827" y="0"/>
                  <a:pt x="5705475" y="42648"/>
                  <a:pt x="5705475" y="95256"/>
                </a:cubicBezTo>
                <a:lnTo>
                  <a:pt x="5705475" y="2546344"/>
                </a:lnTo>
                <a:cubicBezTo>
                  <a:pt x="5705475" y="2598952"/>
                  <a:pt x="5662827" y="2641600"/>
                  <a:pt x="5610219" y="2641600"/>
                </a:cubicBezTo>
                <a:lnTo>
                  <a:pt x="95256" y="2641600"/>
                </a:lnTo>
                <a:cubicBezTo>
                  <a:pt x="42648" y="2641600"/>
                  <a:pt x="0" y="2598952"/>
                  <a:pt x="0" y="254634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308725" y="26223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7000" y="23812"/>
                </a:moveTo>
                <a:cubicBezTo>
                  <a:pt x="127000" y="36264"/>
                  <a:pt x="112340" y="54843"/>
                  <a:pt x="106015" y="62260"/>
                </a:cubicBezTo>
                <a:cubicBezTo>
                  <a:pt x="105073" y="63351"/>
                  <a:pt x="103684" y="63773"/>
                  <a:pt x="102419" y="63500"/>
                </a:cubicBezTo>
                <a:lnTo>
                  <a:pt x="79375" y="63500"/>
                </a:lnTo>
                <a:cubicBezTo>
                  <a:pt x="74985" y="63500"/>
                  <a:pt x="71438" y="67047"/>
                  <a:pt x="71438" y="71438"/>
                </a:cubicBezTo>
                <a:cubicBezTo>
                  <a:pt x="71438" y="75828"/>
                  <a:pt x="74985" y="79375"/>
                  <a:pt x="79375" y="79375"/>
                </a:cubicBezTo>
                <a:lnTo>
                  <a:pt x="103188" y="79375"/>
                </a:lnTo>
                <a:cubicBezTo>
                  <a:pt x="116334" y="79375"/>
                  <a:pt x="127000" y="90041"/>
                  <a:pt x="127000" y="103188"/>
                </a:cubicBezTo>
                <a:cubicBezTo>
                  <a:pt x="127000" y="116334"/>
                  <a:pt x="116334" y="127000"/>
                  <a:pt x="103188" y="127000"/>
                </a:cubicBezTo>
                <a:lnTo>
                  <a:pt x="34627" y="127000"/>
                </a:lnTo>
                <a:cubicBezTo>
                  <a:pt x="36785" y="124544"/>
                  <a:pt x="39415" y="121394"/>
                  <a:pt x="42069" y="117872"/>
                </a:cubicBezTo>
                <a:cubicBezTo>
                  <a:pt x="43631" y="115788"/>
                  <a:pt x="45244" y="113506"/>
                  <a:pt x="46782" y="111125"/>
                </a:cubicBezTo>
                <a:lnTo>
                  <a:pt x="103188" y="111125"/>
                </a:lnTo>
                <a:cubicBezTo>
                  <a:pt x="107578" y="111125"/>
                  <a:pt x="111125" y="107578"/>
                  <a:pt x="111125" y="103188"/>
                </a:cubicBezTo>
                <a:cubicBezTo>
                  <a:pt x="111125" y="98797"/>
                  <a:pt x="107578" y="95250"/>
                  <a:pt x="103188" y="95250"/>
                </a:cubicBezTo>
                <a:lnTo>
                  <a:pt x="79375" y="95250"/>
                </a:lnTo>
                <a:cubicBezTo>
                  <a:pt x="66229" y="95250"/>
                  <a:pt x="55563" y="84584"/>
                  <a:pt x="55563" y="71438"/>
                </a:cubicBezTo>
                <a:cubicBezTo>
                  <a:pt x="55563" y="58291"/>
                  <a:pt x="66229" y="47625"/>
                  <a:pt x="79375" y="47625"/>
                </a:cubicBezTo>
                <a:lnTo>
                  <a:pt x="89247" y="47625"/>
                </a:lnTo>
                <a:cubicBezTo>
                  <a:pt x="84038" y="39812"/>
                  <a:pt x="79375" y="30832"/>
                  <a:pt x="79375" y="23812"/>
                </a:cubicBezTo>
                <a:cubicBezTo>
                  <a:pt x="79375" y="10666"/>
                  <a:pt x="90041" y="0"/>
                  <a:pt x="103188" y="0"/>
                </a:cubicBezTo>
                <a:cubicBezTo>
                  <a:pt x="116334" y="0"/>
                  <a:pt x="127000" y="10666"/>
                  <a:pt x="127000" y="23812"/>
                </a:cubicBezTo>
                <a:close/>
                <a:moveTo>
                  <a:pt x="29046" y="121320"/>
                </a:moveTo>
                <a:cubicBezTo>
                  <a:pt x="28104" y="122386"/>
                  <a:pt x="27260" y="123329"/>
                  <a:pt x="26541" y="124123"/>
                </a:cubicBezTo>
                <a:lnTo>
                  <a:pt x="26095" y="124619"/>
                </a:lnTo>
                <a:lnTo>
                  <a:pt x="26045" y="124569"/>
                </a:lnTo>
                <a:cubicBezTo>
                  <a:pt x="24557" y="125710"/>
                  <a:pt x="22423" y="125561"/>
                  <a:pt x="21084" y="124123"/>
                </a:cubicBezTo>
                <a:cubicBezTo>
                  <a:pt x="14833" y="117326"/>
                  <a:pt x="0" y="99839"/>
                  <a:pt x="0" y="87313"/>
                </a:cubicBezTo>
                <a:cubicBezTo>
                  <a:pt x="0" y="74166"/>
                  <a:pt x="10666" y="63500"/>
                  <a:pt x="23812" y="63500"/>
                </a:cubicBezTo>
                <a:cubicBezTo>
                  <a:pt x="36959" y="63500"/>
                  <a:pt x="47625" y="74166"/>
                  <a:pt x="47625" y="87313"/>
                </a:cubicBezTo>
                <a:cubicBezTo>
                  <a:pt x="47625" y="94754"/>
                  <a:pt x="42391" y="103932"/>
                  <a:pt x="36835" y="111596"/>
                </a:cubicBezTo>
                <a:cubicBezTo>
                  <a:pt x="34181" y="115243"/>
                  <a:pt x="31452" y="118542"/>
                  <a:pt x="29195" y="121146"/>
                </a:cubicBezTo>
                <a:lnTo>
                  <a:pt x="29046" y="121320"/>
                </a:lnTo>
                <a:close/>
                <a:moveTo>
                  <a:pt x="31750" y="87313"/>
                </a:moveTo>
                <a:cubicBezTo>
                  <a:pt x="31750" y="82932"/>
                  <a:pt x="28193" y="79375"/>
                  <a:pt x="23812" y="79375"/>
                </a:cubicBezTo>
                <a:cubicBezTo>
                  <a:pt x="19432" y="79375"/>
                  <a:pt x="15875" y="82932"/>
                  <a:pt x="15875" y="87313"/>
                </a:cubicBezTo>
                <a:cubicBezTo>
                  <a:pt x="15875" y="91693"/>
                  <a:pt x="19432" y="95250"/>
                  <a:pt x="23812" y="95250"/>
                </a:cubicBezTo>
                <a:cubicBezTo>
                  <a:pt x="28193" y="95250"/>
                  <a:pt x="31750" y="91693"/>
                  <a:pt x="31750" y="87313"/>
                </a:cubicBezTo>
                <a:close/>
                <a:moveTo>
                  <a:pt x="103188" y="31750"/>
                </a:moveTo>
                <a:cubicBezTo>
                  <a:pt x="107568" y="31750"/>
                  <a:pt x="111125" y="28193"/>
                  <a:pt x="111125" y="23812"/>
                </a:cubicBezTo>
                <a:cubicBezTo>
                  <a:pt x="111125" y="19432"/>
                  <a:pt x="107568" y="15875"/>
                  <a:pt x="103188" y="15875"/>
                </a:cubicBezTo>
                <a:cubicBezTo>
                  <a:pt x="98807" y="15875"/>
                  <a:pt x="95250" y="19432"/>
                  <a:pt x="95250" y="23812"/>
                </a:cubicBezTo>
                <a:cubicBezTo>
                  <a:pt x="95250" y="28193"/>
                  <a:pt x="98807" y="31750"/>
                  <a:pt x="103188" y="31750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451600" y="2590602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 Path (0 → 1000 Farms)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92850" y="2876352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356350" y="2939852"/>
            <a:ext cx="63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0-50 Farms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072813" y="2939852"/>
            <a:ext cx="658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₹31,000/mo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56350" y="3098602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K8s nodes, 1 PostgreSQL, 1 Redis | Baseline (MVP launch)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92850" y="3352501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356350" y="3416001"/>
            <a:ext cx="76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50-200 Farms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034217" y="3416001"/>
            <a:ext cx="698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₹60,000/mo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56350" y="3574751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K8s nodes, larger PostgreSQL | 2x compute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92850" y="3828658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356350" y="3892158"/>
            <a:ext cx="833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200-500 Farms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973395" y="3892158"/>
            <a:ext cx="76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₹1,50,000/mo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356350" y="4050908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K8s nodes, 3 PostgreSQL (sharded), Redis Cluster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292850" y="4304807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356350" y="4368307"/>
            <a:ext cx="88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500-1000 Farms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939859" y="4368307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₹4,00,000/mo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356350" y="4527057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K8s nodes, 6 PostgreSQL, full distributed architecture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20675" y="5203230"/>
            <a:ext cx="5721350" cy="1689100"/>
          </a:xfrm>
          <a:custGeom>
            <a:avLst/>
            <a:gdLst/>
            <a:ahLst/>
            <a:cxnLst/>
            <a:rect l="l" t="t" r="r" b="b"/>
            <a:pathLst>
              <a:path w="5721350" h="1689100">
                <a:moveTo>
                  <a:pt x="95248" y="0"/>
                </a:moveTo>
                <a:lnTo>
                  <a:pt x="5626102" y="0"/>
                </a:lnTo>
                <a:cubicBezTo>
                  <a:pt x="5678706" y="0"/>
                  <a:pt x="5721350" y="42644"/>
                  <a:pt x="5721350" y="95248"/>
                </a:cubicBezTo>
                <a:lnTo>
                  <a:pt x="5721350" y="1593852"/>
                </a:lnTo>
                <a:cubicBezTo>
                  <a:pt x="5721350" y="1646456"/>
                  <a:pt x="5678706" y="1689100"/>
                  <a:pt x="5626102" y="1689100"/>
                </a:cubicBezTo>
                <a:lnTo>
                  <a:pt x="95248" y="1689100"/>
                </a:lnTo>
                <a:cubicBezTo>
                  <a:pt x="42644" y="1689100"/>
                  <a:pt x="0" y="1646456"/>
                  <a:pt x="0" y="1593852"/>
                </a:cubicBezTo>
                <a:lnTo>
                  <a:pt x="0" y="95248"/>
                </a:lnTo>
                <a:cubicBezTo>
                  <a:pt x="0" y="42644"/>
                  <a:pt x="42644" y="0"/>
                  <a:pt x="95248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458787" y="5333403"/>
            <a:ext cx="79375" cy="127000"/>
          </a:xfrm>
          <a:custGeom>
            <a:avLst/>
            <a:gdLst/>
            <a:ahLst/>
            <a:cxnLst/>
            <a:rect l="l" t="t" r="r" b="b"/>
            <a:pathLst>
              <a:path w="79375" h="127000">
                <a:moveTo>
                  <a:pt x="33734" y="5953"/>
                </a:moveTo>
                <a:cubicBezTo>
                  <a:pt x="33734" y="2654"/>
                  <a:pt x="36388" y="0"/>
                  <a:pt x="39688" y="0"/>
                </a:cubicBezTo>
                <a:cubicBezTo>
                  <a:pt x="42987" y="0"/>
                  <a:pt x="45641" y="2654"/>
                  <a:pt x="45641" y="5953"/>
                </a:cubicBezTo>
                <a:lnTo>
                  <a:pt x="45641" y="15875"/>
                </a:lnTo>
                <a:lnTo>
                  <a:pt x="59531" y="15875"/>
                </a:lnTo>
                <a:cubicBezTo>
                  <a:pt x="63922" y="15875"/>
                  <a:pt x="67469" y="19422"/>
                  <a:pt x="67469" y="23812"/>
                </a:cubicBezTo>
                <a:cubicBezTo>
                  <a:pt x="67469" y="28203"/>
                  <a:pt x="63922" y="31750"/>
                  <a:pt x="59531" y="31750"/>
                </a:cubicBezTo>
                <a:lnTo>
                  <a:pt x="31031" y="31750"/>
                </a:lnTo>
                <a:cubicBezTo>
                  <a:pt x="24854" y="31750"/>
                  <a:pt x="19844" y="36761"/>
                  <a:pt x="19844" y="42937"/>
                </a:cubicBezTo>
                <a:cubicBezTo>
                  <a:pt x="19844" y="48518"/>
                  <a:pt x="23937" y="53231"/>
                  <a:pt x="29443" y="54025"/>
                </a:cubicBezTo>
                <a:lnTo>
                  <a:pt x="52164" y="57274"/>
                </a:lnTo>
                <a:cubicBezTo>
                  <a:pt x="65509" y="59184"/>
                  <a:pt x="75406" y="70594"/>
                  <a:pt x="75406" y="84063"/>
                </a:cubicBezTo>
                <a:cubicBezTo>
                  <a:pt x="75406" y="99020"/>
                  <a:pt x="63277" y="111125"/>
                  <a:pt x="48344" y="111125"/>
                </a:cubicBezTo>
                <a:lnTo>
                  <a:pt x="45641" y="111125"/>
                </a:lnTo>
                <a:lnTo>
                  <a:pt x="45641" y="121047"/>
                </a:lnTo>
                <a:cubicBezTo>
                  <a:pt x="45641" y="124346"/>
                  <a:pt x="42987" y="127000"/>
                  <a:pt x="39688" y="127000"/>
                </a:cubicBezTo>
                <a:cubicBezTo>
                  <a:pt x="36388" y="127000"/>
                  <a:pt x="33734" y="124346"/>
                  <a:pt x="33734" y="121047"/>
                </a:cubicBezTo>
                <a:lnTo>
                  <a:pt x="33734" y="111125"/>
                </a:lnTo>
                <a:lnTo>
                  <a:pt x="15875" y="111125"/>
                </a:lnTo>
                <a:cubicBezTo>
                  <a:pt x="11485" y="111125"/>
                  <a:pt x="7938" y="107578"/>
                  <a:pt x="7938" y="103188"/>
                </a:cubicBezTo>
                <a:cubicBezTo>
                  <a:pt x="7938" y="98797"/>
                  <a:pt x="11485" y="95250"/>
                  <a:pt x="15875" y="95250"/>
                </a:cubicBezTo>
                <a:lnTo>
                  <a:pt x="48344" y="95250"/>
                </a:lnTo>
                <a:cubicBezTo>
                  <a:pt x="54521" y="95250"/>
                  <a:pt x="59531" y="90239"/>
                  <a:pt x="59531" y="84063"/>
                </a:cubicBezTo>
                <a:cubicBezTo>
                  <a:pt x="59531" y="78482"/>
                  <a:pt x="55438" y="73769"/>
                  <a:pt x="49932" y="72975"/>
                </a:cubicBezTo>
                <a:lnTo>
                  <a:pt x="27211" y="69726"/>
                </a:lnTo>
                <a:cubicBezTo>
                  <a:pt x="13866" y="67841"/>
                  <a:pt x="3969" y="56406"/>
                  <a:pt x="3969" y="42937"/>
                </a:cubicBezTo>
                <a:cubicBezTo>
                  <a:pt x="3969" y="28004"/>
                  <a:pt x="16098" y="15875"/>
                  <a:pt x="31031" y="15875"/>
                </a:cubicBezTo>
                <a:lnTo>
                  <a:pt x="33734" y="15875"/>
                </a:lnTo>
                <a:lnTo>
                  <a:pt x="33734" y="5953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77850" y="5301653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Per Farm (Cloud)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419100" y="555565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482600" y="5619153"/>
            <a:ext cx="48418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farms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5155902" y="5619153"/>
            <a:ext cx="785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₹620/farm/mo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419100" y="587315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82600" y="5936653"/>
            <a:ext cx="55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 farms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5142111" y="5936653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₹300/farm/mo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19100" y="619065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482600" y="6254153"/>
            <a:ext cx="55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farms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5142111" y="6254153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₹300/farm/mo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19100" y="650815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482600" y="6571653"/>
            <a:ext cx="60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 farms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5145088" y="6571653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₹400/farm/mo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146800" y="5203230"/>
            <a:ext cx="5721350" cy="1689100"/>
          </a:xfrm>
          <a:custGeom>
            <a:avLst/>
            <a:gdLst/>
            <a:ahLst/>
            <a:cxnLst/>
            <a:rect l="l" t="t" r="r" b="b"/>
            <a:pathLst>
              <a:path w="5721350" h="1689100">
                <a:moveTo>
                  <a:pt x="95248" y="0"/>
                </a:moveTo>
                <a:lnTo>
                  <a:pt x="5626102" y="0"/>
                </a:lnTo>
                <a:cubicBezTo>
                  <a:pt x="5678706" y="0"/>
                  <a:pt x="5721350" y="42644"/>
                  <a:pt x="5721350" y="95248"/>
                </a:cubicBezTo>
                <a:lnTo>
                  <a:pt x="5721350" y="1593852"/>
                </a:lnTo>
                <a:cubicBezTo>
                  <a:pt x="5721350" y="1646456"/>
                  <a:pt x="5678706" y="1689100"/>
                  <a:pt x="5626102" y="1689100"/>
                </a:cubicBezTo>
                <a:lnTo>
                  <a:pt x="95248" y="1689100"/>
                </a:lnTo>
                <a:cubicBezTo>
                  <a:pt x="42644" y="1689100"/>
                  <a:pt x="0" y="1646456"/>
                  <a:pt x="0" y="1593852"/>
                </a:cubicBezTo>
                <a:lnTo>
                  <a:pt x="0" y="95248"/>
                </a:lnTo>
                <a:cubicBezTo>
                  <a:pt x="0" y="42644"/>
                  <a:pt x="42644" y="0"/>
                  <a:pt x="95248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6261100" y="533340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7288" y="69453"/>
                </a:moveTo>
                <a:lnTo>
                  <a:pt x="39936" y="69453"/>
                </a:lnTo>
                <a:cubicBezTo>
                  <a:pt x="40655" y="85452"/>
                  <a:pt x="44202" y="100186"/>
                  <a:pt x="49237" y="110976"/>
                </a:cubicBezTo>
                <a:cubicBezTo>
                  <a:pt x="52065" y="117053"/>
                  <a:pt x="55116" y="121345"/>
                  <a:pt x="57944" y="123974"/>
                </a:cubicBezTo>
                <a:cubicBezTo>
                  <a:pt x="60722" y="126578"/>
                  <a:pt x="62632" y="127000"/>
                  <a:pt x="63624" y="127000"/>
                </a:cubicBezTo>
                <a:cubicBezTo>
                  <a:pt x="64616" y="127000"/>
                  <a:pt x="66526" y="126578"/>
                  <a:pt x="69304" y="123974"/>
                </a:cubicBezTo>
                <a:cubicBezTo>
                  <a:pt x="72132" y="121345"/>
                  <a:pt x="75183" y="117029"/>
                  <a:pt x="78011" y="110976"/>
                </a:cubicBezTo>
                <a:cubicBezTo>
                  <a:pt x="83046" y="100186"/>
                  <a:pt x="86593" y="85452"/>
                  <a:pt x="87313" y="69453"/>
                </a:cubicBezTo>
                <a:close/>
                <a:moveTo>
                  <a:pt x="39911" y="57547"/>
                </a:moveTo>
                <a:lnTo>
                  <a:pt x="87263" y="57547"/>
                </a:lnTo>
                <a:cubicBezTo>
                  <a:pt x="86568" y="41548"/>
                  <a:pt x="83021" y="26814"/>
                  <a:pt x="77986" y="16024"/>
                </a:cubicBezTo>
                <a:cubicBezTo>
                  <a:pt x="75158" y="9971"/>
                  <a:pt x="72107" y="5655"/>
                  <a:pt x="69279" y="3026"/>
                </a:cubicBezTo>
                <a:cubicBezTo>
                  <a:pt x="66501" y="422"/>
                  <a:pt x="64591" y="0"/>
                  <a:pt x="63599" y="0"/>
                </a:cubicBezTo>
                <a:cubicBezTo>
                  <a:pt x="62607" y="0"/>
                  <a:pt x="60697" y="422"/>
                  <a:pt x="57919" y="3026"/>
                </a:cubicBezTo>
                <a:cubicBezTo>
                  <a:pt x="55091" y="5655"/>
                  <a:pt x="52040" y="9971"/>
                  <a:pt x="49212" y="16024"/>
                </a:cubicBezTo>
                <a:cubicBezTo>
                  <a:pt x="44177" y="26814"/>
                  <a:pt x="40630" y="41548"/>
                  <a:pt x="39911" y="57547"/>
                </a:cubicBezTo>
                <a:close/>
                <a:moveTo>
                  <a:pt x="28004" y="57547"/>
                </a:moveTo>
                <a:cubicBezTo>
                  <a:pt x="28873" y="36314"/>
                  <a:pt x="34354" y="16594"/>
                  <a:pt x="42366" y="3646"/>
                </a:cubicBezTo>
                <a:cubicBezTo>
                  <a:pt x="19521" y="11733"/>
                  <a:pt x="2704" y="32544"/>
                  <a:pt x="372" y="57547"/>
                </a:cubicBezTo>
                <a:lnTo>
                  <a:pt x="28004" y="57547"/>
                </a:lnTo>
                <a:close/>
                <a:moveTo>
                  <a:pt x="372" y="69453"/>
                </a:moveTo>
                <a:cubicBezTo>
                  <a:pt x="2704" y="94456"/>
                  <a:pt x="19521" y="115267"/>
                  <a:pt x="42366" y="123354"/>
                </a:cubicBezTo>
                <a:cubicBezTo>
                  <a:pt x="34354" y="110406"/>
                  <a:pt x="28873" y="90686"/>
                  <a:pt x="28004" y="69453"/>
                </a:cubicBezTo>
                <a:lnTo>
                  <a:pt x="372" y="69453"/>
                </a:lnTo>
                <a:close/>
                <a:moveTo>
                  <a:pt x="99194" y="69453"/>
                </a:moveTo>
                <a:cubicBezTo>
                  <a:pt x="98326" y="90686"/>
                  <a:pt x="92844" y="110406"/>
                  <a:pt x="84832" y="123354"/>
                </a:cubicBezTo>
                <a:cubicBezTo>
                  <a:pt x="107677" y="115243"/>
                  <a:pt x="124495" y="94456"/>
                  <a:pt x="126826" y="69453"/>
                </a:cubicBezTo>
                <a:lnTo>
                  <a:pt x="99194" y="69453"/>
                </a:lnTo>
                <a:close/>
                <a:moveTo>
                  <a:pt x="126826" y="57547"/>
                </a:moveTo>
                <a:cubicBezTo>
                  <a:pt x="124495" y="32544"/>
                  <a:pt x="107677" y="11733"/>
                  <a:pt x="84832" y="3646"/>
                </a:cubicBezTo>
                <a:cubicBezTo>
                  <a:pt x="92844" y="16594"/>
                  <a:pt x="98326" y="36314"/>
                  <a:pt x="99194" y="57547"/>
                </a:cubicBezTo>
                <a:lnTo>
                  <a:pt x="126826" y="57547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6403975" y="5301653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Distribution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245225" y="555565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6308725" y="5619153"/>
            <a:ext cx="42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11035507" y="5619153"/>
            <a:ext cx="730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Mumbai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6245225" y="587315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6308725" y="5936653"/>
            <a:ext cx="42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10720983" y="5936653"/>
            <a:ext cx="104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+ GCP Mumbai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6245225" y="619065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6308725" y="6254153"/>
            <a:ext cx="420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10730012" y="6254153"/>
            <a:ext cx="103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Mumbai + Bangalore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6245225" y="6508153"/>
            <a:ext cx="5524500" cy="285750"/>
          </a:xfrm>
          <a:custGeom>
            <a:avLst/>
            <a:gdLst/>
            <a:ahLst/>
            <a:cxnLst/>
            <a:rect l="l" t="t" r="r" b="b"/>
            <a:pathLst>
              <a:path w="5524500" h="285750">
                <a:moveTo>
                  <a:pt x="63499" y="0"/>
                </a:moveTo>
                <a:lnTo>
                  <a:pt x="5461001" y="0"/>
                </a:lnTo>
                <a:cubicBezTo>
                  <a:pt x="5496070" y="0"/>
                  <a:pt x="5524500" y="28430"/>
                  <a:pt x="5524500" y="63499"/>
                </a:cubicBezTo>
                <a:lnTo>
                  <a:pt x="5524500" y="222251"/>
                </a:lnTo>
                <a:cubicBezTo>
                  <a:pt x="5524500" y="257320"/>
                  <a:pt x="5496070" y="285750"/>
                  <a:pt x="54610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6308725" y="6571653"/>
            <a:ext cx="658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10947401" y="6571653"/>
            <a:ext cx="81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Singapore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97867" y="468313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42987" y="66973"/>
                </a:moveTo>
                <a:lnTo>
                  <a:pt x="93873" y="66973"/>
                </a:lnTo>
                <a:cubicBezTo>
                  <a:pt x="88934" y="66973"/>
                  <a:pt x="84944" y="62982"/>
                  <a:pt x="84944" y="58043"/>
                </a:cubicBezTo>
                <a:lnTo>
                  <a:pt x="84944" y="8930"/>
                </a:lnTo>
                <a:cubicBezTo>
                  <a:pt x="84944" y="3990"/>
                  <a:pt x="88962" y="-56"/>
                  <a:pt x="93845" y="586"/>
                </a:cubicBezTo>
                <a:cubicBezTo>
                  <a:pt x="123704" y="4549"/>
                  <a:pt x="147368" y="28212"/>
                  <a:pt x="151330" y="58071"/>
                </a:cubicBezTo>
                <a:cubicBezTo>
                  <a:pt x="151972" y="62954"/>
                  <a:pt x="147926" y="66973"/>
                  <a:pt x="142987" y="66973"/>
                </a:cubicBezTo>
                <a:close/>
                <a:moveTo>
                  <a:pt x="62117" y="10381"/>
                </a:moveTo>
                <a:cubicBezTo>
                  <a:pt x="67168" y="9320"/>
                  <a:pt x="71549" y="13450"/>
                  <a:pt x="71549" y="18613"/>
                </a:cubicBezTo>
                <a:lnTo>
                  <a:pt x="71549" y="73670"/>
                </a:lnTo>
                <a:cubicBezTo>
                  <a:pt x="71549" y="75233"/>
                  <a:pt x="72107" y="76740"/>
                  <a:pt x="73084" y="77939"/>
                </a:cubicBezTo>
                <a:lnTo>
                  <a:pt x="109947" y="122420"/>
                </a:lnTo>
                <a:cubicBezTo>
                  <a:pt x="113212" y="126355"/>
                  <a:pt x="112514" y="132299"/>
                  <a:pt x="108021" y="134727"/>
                </a:cubicBezTo>
                <a:cubicBezTo>
                  <a:pt x="98506" y="139917"/>
                  <a:pt x="87595" y="142875"/>
                  <a:pt x="76014" y="142875"/>
                </a:cubicBezTo>
                <a:cubicBezTo>
                  <a:pt x="39039" y="142875"/>
                  <a:pt x="9041" y="112877"/>
                  <a:pt x="9041" y="75902"/>
                </a:cubicBezTo>
                <a:cubicBezTo>
                  <a:pt x="9041" y="43672"/>
                  <a:pt x="31784" y="16771"/>
                  <a:pt x="62117" y="10381"/>
                </a:cubicBezTo>
                <a:close/>
                <a:moveTo>
                  <a:pt x="133331" y="80367"/>
                </a:moveTo>
                <a:lnTo>
                  <a:pt x="151191" y="80367"/>
                </a:lnTo>
                <a:cubicBezTo>
                  <a:pt x="156353" y="80367"/>
                  <a:pt x="160483" y="84748"/>
                  <a:pt x="159423" y="89799"/>
                </a:cubicBezTo>
                <a:cubicBezTo>
                  <a:pt x="156576" y="103305"/>
                  <a:pt x="149656" y="115305"/>
                  <a:pt x="140001" y="124458"/>
                </a:cubicBezTo>
                <a:cubicBezTo>
                  <a:pt x="136568" y="127722"/>
                  <a:pt x="131183" y="127025"/>
                  <a:pt x="128169" y="123369"/>
                </a:cubicBezTo>
                <a:lnTo>
                  <a:pt x="104617" y="94990"/>
                </a:lnTo>
                <a:cubicBezTo>
                  <a:pt x="99789" y="89157"/>
                  <a:pt x="103947" y="80367"/>
                  <a:pt x="111482" y="80367"/>
                </a:cubicBezTo>
                <a:lnTo>
                  <a:pt x="133303" y="80367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5627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5691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Platform Economics - Revenue, Costs &amp; Profitability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SaaS subscription tiers with 3-year financial projection and unit economics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11547475" cy="2339975"/>
          </a:xfrm>
          <a:custGeom>
            <a:avLst/>
            <a:gdLst/>
            <a:ahLst/>
            <a:cxnLst/>
            <a:rect l="l" t="t" r="r" b="b"/>
            <a:pathLst>
              <a:path w="11547475" h="2339975">
                <a:moveTo>
                  <a:pt x="95260" y="0"/>
                </a:moveTo>
                <a:lnTo>
                  <a:pt x="11452215" y="0"/>
                </a:lnTo>
                <a:cubicBezTo>
                  <a:pt x="11504825" y="0"/>
                  <a:pt x="11547475" y="42650"/>
                  <a:pt x="11547475" y="95260"/>
                </a:cubicBezTo>
                <a:lnTo>
                  <a:pt x="11547475" y="2244715"/>
                </a:lnTo>
                <a:cubicBezTo>
                  <a:pt x="11547475" y="2297325"/>
                  <a:pt x="11504825" y="2339975"/>
                  <a:pt x="11452215" y="2339975"/>
                </a:cubicBezTo>
                <a:lnTo>
                  <a:pt x="95260" y="2339975"/>
                </a:lnTo>
                <a:cubicBezTo>
                  <a:pt x="42650" y="2339975"/>
                  <a:pt x="0" y="2297325"/>
                  <a:pt x="0" y="2244715"/>
                </a:cubicBezTo>
                <a:lnTo>
                  <a:pt x="0" y="95260"/>
                </a:lnTo>
                <a:cubicBezTo>
                  <a:pt x="0" y="42650"/>
                  <a:pt x="42650" y="0"/>
                  <a:pt x="95260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0694" y="131603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64880" y="1451"/>
                </a:moveTo>
                <a:cubicBezTo>
                  <a:pt x="69038" y="-474"/>
                  <a:pt x="73837" y="-474"/>
                  <a:pt x="77995" y="1451"/>
                </a:cubicBezTo>
                <a:lnTo>
                  <a:pt x="138996" y="29635"/>
                </a:lnTo>
                <a:cubicBezTo>
                  <a:pt x="141368" y="30724"/>
                  <a:pt x="142875" y="33096"/>
                  <a:pt x="142875" y="35719"/>
                </a:cubicBezTo>
                <a:cubicBezTo>
                  <a:pt x="142875" y="38342"/>
                  <a:pt x="141368" y="40714"/>
                  <a:pt x="138996" y="41802"/>
                </a:cubicBezTo>
                <a:lnTo>
                  <a:pt x="77995" y="69986"/>
                </a:lnTo>
                <a:cubicBezTo>
                  <a:pt x="73837" y="71912"/>
                  <a:pt x="69038" y="71912"/>
                  <a:pt x="64880" y="69986"/>
                </a:cubicBezTo>
                <a:lnTo>
                  <a:pt x="3879" y="41802"/>
                </a:lnTo>
                <a:cubicBezTo>
                  <a:pt x="1507" y="40686"/>
                  <a:pt x="0" y="38314"/>
                  <a:pt x="0" y="35719"/>
                </a:cubicBezTo>
                <a:cubicBezTo>
                  <a:pt x="0" y="33124"/>
                  <a:pt x="1507" y="30724"/>
                  <a:pt x="3879" y="29635"/>
                </a:cubicBezTo>
                <a:lnTo>
                  <a:pt x="64880" y="1451"/>
                </a:lnTo>
                <a:close/>
                <a:moveTo>
                  <a:pt x="13422" y="60945"/>
                </a:moveTo>
                <a:lnTo>
                  <a:pt x="59271" y="82125"/>
                </a:lnTo>
                <a:cubicBezTo>
                  <a:pt x="67001" y="85697"/>
                  <a:pt x="75902" y="85697"/>
                  <a:pt x="83632" y="82125"/>
                </a:cubicBezTo>
                <a:lnTo>
                  <a:pt x="129480" y="60945"/>
                </a:lnTo>
                <a:lnTo>
                  <a:pt x="138996" y="65354"/>
                </a:lnTo>
                <a:cubicBezTo>
                  <a:pt x="141368" y="66442"/>
                  <a:pt x="142875" y="68814"/>
                  <a:pt x="142875" y="71438"/>
                </a:cubicBezTo>
                <a:cubicBezTo>
                  <a:pt x="142875" y="74061"/>
                  <a:pt x="141368" y="76433"/>
                  <a:pt x="138996" y="77521"/>
                </a:cubicBezTo>
                <a:lnTo>
                  <a:pt x="77995" y="105705"/>
                </a:lnTo>
                <a:cubicBezTo>
                  <a:pt x="73837" y="107631"/>
                  <a:pt x="69038" y="107631"/>
                  <a:pt x="64880" y="105705"/>
                </a:cubicBezTo>
                <a:lnTo>
                  <a:pt x="3879" y="77521"/>
                </a:lnTo>
                <a:cubicBezTo>
                  <a:pt x="1507" y="76405"/>
                  <a:pt x="0" y="74033"/>
                  <a:pt x="0" y="71438"/>
                </a:cubicBezTo>
                <a:cubicBezTo>
                  <a:pt x="0" y="68842"/>
                  <a:pt x="1507" y="66442"/>
                  <a:pt x="3879" y="65354"/>
                </a:cubicBezTo>
                <a:lnTo>
                  <a:pt x="13395" y="60945"/>
                </a:lnTo>
                <a:close/>
                <a:moveTo>
                  <a:pt x="3879" y="101073"/>
                </a:moveTo>
                <a:lnTo>
                  <a:pt x="13395" y="96664"/>
                </a:lnTo>
                <a:lnTo>
                  <a:pt x="59243" y="117844"/>
                </a:lnTo>
                <a:cubicBezTo>
                  <a:pt x="66973" y="121416"/>
                  <a:pt x="75874" y="121416"/>
                  <a:pt x="83604" y="117844"/>
                </a:cubicBezTo>
                <a:lnTo>
                  <a:pt x="129453" y="96664"/>
                </a:lnTo>
                <a:lnTo>
                  <a:pt x="138968" y="101073"/>
                </a:lnTo>
                <a:cubicBezTo>
                  <a:pt x="141340" y="102161"/>
                  <a:pt x="142847" y="104533"/>
                  <a:pt x="142847" y="107156"/>
                </a:cubicBezTo>
                <a:cubicBezTo>
                  <a:pt x="142847" y="109779"/>
                  <a:pt x="141340" y="112151"/>
                  <a:pt x="138968" y="113240"/>
                </a:cubicBezTo>
                <a:lnTo>
                  <a:pt x="77967" y="141424"/>
                </a:lnTo>
                <a:cubicBezTo>
                  <a:pt x="73809" y="143349"/>
                  <a:pt x="69010" y="143349"/>
                  <a:pt x="64852" y="141424"/>
                </a:cubicBezTo>
                <a:lnTo>
                  <a:pt x="3879" y="113240"/>
                </a:lnTo>
                <a:cubicBezTo>
                  <a:pt x="1507" y="112123"/>
                  <a:pt x="0" y="109751"/>
                  <a:pt x="0" y="107156"/>
                </a:cubicBezTo>
                <a:cubicBezTo>
                  <a:pt x="0" y="104561"/>
                  <a:pt x="1507" y="102161"/>
                  <a:pt x="3879" y="101073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3412" y="1276348"/>
            <a:ext cx="1117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Subscription Tiers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4025" y="1597023"/>
            <a:ext cx="3697287" cy="1538288"/>
          </a:xfrm>
          <a:custGeom>
            <a:avLst/>
            <a:gdLst/>
            <a:ahLst/>
            <a:cxnLst/>
            <a:rect l="l" t="t" r="r" b="b"/>
            <a:pathLst>
              <a:path w="3697287" h="1538288">
                <a:moveTo>
                  <a:pt x="63501" y="0"/>
                </a:moveTo>
                <a:lnTo>
                  <a:pt x="3633787" y="0"/>
                </a:lnTo>
                <a:cubicBezTo>
                  <a:pt x="3668857" y="0"/>
                  <a:pt x="3697287" y="28430"/>
                  <a:pt x="3697287" y="63501"/>
                </a:cubicBezTo>
                <a:lnTo>
                  <a:pt x="3697287" y="1474787"/>
                </a:lnTo>
                <a:cubicBezTo>
                  <a:pt x="3697287" y="1509857"/>
                  <a:pt x="3668857" y="1538288"/>
                  <a:pt x="3633787" y="1538287"/>
                </a:cubicBezTo>
                <a:lnTo>
                  <a:pt x="63501" y="1538288"/>
                </a:lnTo>
                <a:cubicBezTo>
                  <a:pt x="28430" y="1538287"/>
                  <a:pt x="0" y="1509857"/>
                  <a:pt x="0" y="147478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52450" y="1711330"/>
            <a:ext cx="34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2109" y="1695455"/>
            <a:ext cx="587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₹2,000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2450" y="198120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farms (5-15 rooms)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2450" y="220345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2450" y="239395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Alerts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2450" y="258445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Reports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2450" y="2809880"/>
            <a:ext cx="3500438" cy="6350"/>
          </a:xfrm>
          <a:custGeom>
            <a:avLst/>
            <a:gdLst/>
            <a:ahLst/>
            <a:cxnLst/>
            <a:rect l="l" t="t" r="r" b="b"/>
            <a:pathLst>
              <a:path w="3500438" h="6350">
                <a:moveTo>
                  <a:pt x="0" y="0"/>
                </a:moveTo>
                <a:lnTo>
                  <a:pt x="3500438" y="0"/>
                </a:lnTo>
                <a:lnTo>
                  <a:pt x="3500438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52450" y="2876553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 Gross Margin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9142" y="1597023"/>
            <a:ext cx="3697287" cy="1538288"/>
          </a:xfrm>
          <a:custGeom>
            <a:avLst/>
            <a:gdLst/>
            <a:ahLst/>
            <a:cxnLst/>
            <a:rect l="l" t="t" r="r" b="b"/>
            <a:pathLst>
              <a:path w="3697287" h="1538288">
                <a:moveTo>
                  <a:pt x="63501" y="0"/>
                </a:moveTo>
                <a:lnTo>
                  <a:pt x="3633787" y="0"/>
                </a:lnTo>
                <a:cubicBezTo>
                  <a:pt x="3668857" y="0"/>
                  <a:pt x="3697287" y="28430"/>
                  <a:pt x="3697287" y="63501"/>
                </a:cubicBezTo>
                <a:lnTo>
                  <a:pt x="3697287" y="1474787"/>
                </a:lnTo>
                <a:cubicBezTo>
                  <a:pt x="3697287" y="1509857"/>
                  <a:pt x="3668857" y="1538288"/>
                  <a:pt x="3633787" y="1538287"/>
                </a:cubicBezTo>
                <a:lnTo>
                  <a:pt x="63501" y="1538288"/>
                </a:lnTo>
                <a:cubicBezTo>
                  <a:pt x="28430" y="1538287"/>
                  <a:pt x="0" y="1509857"/>
                  <a:pt x="0" y="147478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47567" y="1711330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28297" y="1695455"/>
            <a:ext cx="595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₹4,000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7567" y="198120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farms (15-50 rooms)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47567" y="220345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Basic 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7567" y="239395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HVAC control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47567" y="258445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Inventory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47567" y="2809880"/>
            <a:ext cx="3500438" cy="6350"/>
          </a:xfrm>
          <a:custGeom>
            <a:avLst/>
            <a:gdLst/>
            <a:ahLst/>
            <a:cxnLst/>
            <a:rect l="l" t="t" r="r" b="b"/>
            <a:pathLst>
              <a:path w="3500438" h="6350">
                <a:moveTo>
                  <a:pt x="0" y="0"/>
                </a:moveTo>
                <a:lnTo>
                  <a:pt x="3500438" y="0"/>
                </a:lnTo>
                <a:lnTo>
                  <a:pt x="3500438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347567" y="2876553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93% Gross Margin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4359" y="1597023"/>
            <a:ext cx="3697287" cy="1538288"/>
          </a:xfrm>
          <a:custGeom>
            <a:avLst/>
            <a:gdLst/>
            <a:ahLst/>
            <a:cxnLst/>
            <a:rect l="l" t="t" r="r" b="b"/>
            <a:pathLst>
              <a:path w="3697287" h="1538288">
                <a:moveTo>
                  <a:pt x="63501" y="0"/>
                </a:moveTo>
                <a:lnTo>
                  <a:pt x="3633787" y="0"/>
                </a:lnTo>
                <a:cubicBezTo>
                  <a:pt x="3668857" y="0"/>
                  <a:pt x="3697287" y="28430"/>
                  <a:pt x="3697287" y="63501"/>
                </a:cubicBezTo>
                <a:lnTo>
                  <a:pt x="3697287" y="1474787"/>
                </a:lnTo>
                <a:cubicBezTo>
                  <a:pt x="3697287" y="1509857"/>
                  <a:pt x="3668857" y="1538288"/>
                  <a:pt x="3633787" y="1538287"/>
                </a:cubicBezTo>
                <a:lnTo>
                  <a:pt x="63501" y="1538288"/>
                </a:lnTo>
                <a:cubicBezTo>
                  <a:pt x="28430" y="1538287"/>
                  <a:pt x="0" y="1509857"/>
                  <a:pt x="0" y="147478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142784" y="1711330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27780" y="1695455"/>
            <a:ext cx="587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₹3,000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42784" y="198120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farms (50+ rooms)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42784" y="220345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 +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42784" y="239395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Full ERP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42784" y="2584455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 + 24/7 support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42784" y="2809880"/>
            <a:ext cx="3500438" cy="6350"/>
          </a:xfrm>
          <a:custGeom>
            <a:avLst/>
            <a:gdLst/>
            <a:ahLst/>
            <a:cxnLst/>
            <a:rect l="l" t="t" r="r" b="b"/>
            <a:pathLst>
              <a:path w="3500438" h="6350">
                <a:moveTo>
                  <a:pt x="0" y="0"/>
                </a:moveTo>
                <a:lnTo>
                  <a:pt x="3500438" y="0"/>
                </a:lnTo>
                <a:lnTo>
                  <a:pt x="3500438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142784" y="2876553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 Gross Margin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5287" y="3200402"/>
            <a:ext cx="11342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*Per room per month | Enterprise at scale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20675" y="3590925"/>
            <a:ext cx="5705475" cy="2752725"/>
          </a:xfrm>
          <a:custGeom>
            <a:avLst/>
            <a:gdLst/>
            <a:ahLst/>
            <a:cxnLst/>
            <a:rect l="l" t="t" r="r" b="b"/>
            <a:pathLst>
              <a:path w="5705475" h="2752725">
                <a:moveTo>
                  <a:pt x="95244" y="0"/>
                </a:moveTo>
                <a:lnTo>
                  <a:pt x="5610231" y="0"/>
                </a:lnTo>
                <a:cubicBezTo>
                  <a:pt x="5662797" y="0"/>
                  <a:pt x="5705475" y="42678"/>
                  <a:pt x="5705475" y="95244"/>
                </a:cubicBezTo>
                <a:lnTo>
                  <a:pt x="5705475" y="2657481"/>
                </a:lnTo>
                <a:cubicBezTo>
                  <a:pt x="5705475" y="2710047"/>
                  <a:pt x="5662797" y="2752725"/>
                  <a:pt x="5610231" y="2752725"/>
                </a:cubicBezTo>
                <a:lnTo>
                  <a:pt x="95244" y="2752725"/>
                </a:lnTo>
                <a:cubicBezTo>
                  <a:pt x="42678" y="2752725"/>
                  <a:pt x="0" y="2710047"/>
                  <a:pt x="0" y="2657481"/>
                </a:cubicBezTo>
                <a:lnTo>
                  <a:pt x="0" y="95244"/>
                </a:lnTo>
                <a:cubicBezTo>
                  <a:pt x="0" y="42678"/>
                  <a:pt x="42678" y="0"/>
                  <a:pt x="95244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66725" y="375284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09600" y="3721098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3-Year Financial Projection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0850" y="4006848"/>
            <a:ext cx="5445125" cy="254000"/>
          </a:xfrm>
          <a:custGeom>
            <a:avLst/>
            <a:gdLst/>
            <a:ahLst/>
            <a:cxnLst/>
            <a:rect l="l" t="t" r="r" b="b"/>
            <a:pathLst>
              <a:path w="5445125" h="254000">
                <a:moveTo>
                  <a:pt x="63500" y="0"/>
                </a:moveTo>
                <a:lnTo>
                  <a:pt x="5381625" y="0"/>
                </a:lnTo>
                <a:cubicBezTo>
                  <a:pt x="5416672" y="0"/>
                  <a:pt x="5445125" y="28453"/>
                  <a:pt x="5445125" y="63500"/>
                </a:cubicBezTo>
                <a:lnTo>
                  <a:pt x="5445125" y="190500"/>
                </a:lnTo>
                <a:cubicBezTo>
                  <a:pt x="5445125" y="225547"/>
                  <a:pt x="5416672" y="254000"/>
                  <a:pt x="5381625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90538" y="4070348"/>
            <a:ext cx="1333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836738" y="4070348"/>
            <a:ext cx="1333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182938" y="4070348"/>
            <a:ext cx="1333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29138" y="4070348"/>
            <a:ext cx="1333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0850" y="4324255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86569" y="43877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832769" y="43877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178969" y="43877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25169" y="43877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412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0850" y="4673505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86569" y="473700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832769" y="473700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₹1.16 Cr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178969" y="473700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₹9.12 Cr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525169" y="473700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₹24.7 Cr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50850" y="5022755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86569" y="50862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Costs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832769" y="50862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₹1.25 Cr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178969" y="50862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₹91 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525169" y="50862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₹1.3 Cr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50850" y="5372005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86569" y="543550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Profit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832769" y="543550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-₹9 L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178969" y="543550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+₹8.21 Cr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525169" y="543550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+₹23.4 Cr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50850" y="5721255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486569" y="57847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Margin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832769" y="57847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-8%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178969" y="57847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525169" y="5784755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62675" y="3590925"/>
            <a:ext cx="5705475" cy="2752725"/>
          </a:xfrm>
          <a:custGeom>
            <a:avLst/>
            <a:gdLst/>
            <a:ahLst/>
            <a:cxnLst/>
            <a:rect l="l" t="t" r="r" b="b"/>
            <a:pathLst>
              <a:path w="5705475" h="2752725">
                <a:moveTo>
                  <a:pt x="95244" y="0"/>
                </a:moveTo>
                <a:lnTo>
                  <a:pt x="5610231" y="0"/>
                </a:lnTo>
                <a:cubicBezTo>
                  <a:pt x="5662797" y="0"/>
                  <a:pt x="5705475" y="42678"/>
                  <a:pt x="5705475" y="95244"/>
                </a:cubicBezTo>
                <a:lnTo>
                  <a:pt x="5705475" y="2657481"/>
                </a:lnTo>
                <a:cubicBezTo>
                  <a:pt x="5705475" y="2710047"/>
                  <a:pt x="5662797" y="2752725"/>
                  <a:pt x="5610231" y="2752725"/>
                </a:cubicBezTo>
                <a:lnTo>
                  <a:pt x="95244" y="2752725"/>
                </a:lnTo>
                <a:cubicBezTo>
                  <a:pt x="42678" y="2752725"/>
                  <a:pt x="0" y="2710047"/>
                  <a:pt x="0" y="2657481"/>
                </a:cubicBezTo>
                <a:lnTo>
                  <a:pt x="0" y="95244"/>
                </a:lnTo>
                <a:cubicBezTo>
                  <a:pt x="0" y="42678"/>
                  <a:pt x="42678" y="0"/>
                  <a:pt x="95244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6324600" y="375284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23812" y="15875"/>
                </a:moveTo>
                <a:lnTo>
                  <a:pt x="71438" y="15875"/>
                </a:lnTo>
                <a:cubicBezTo>
                  <a:pt x="75828" y="15875"/>
                  <a:pt x="79375" y="19422"/>
                  <a:pt x="79375" y="23812"/>
                </a:cubicBezTo>
                <a:lnTo>
                  <a:pt x="79375" y="31750"/>
                </a:lnTo>
                <a:cubicBezTo>
                  <a:pt x="79375" y="36140"/>
                  <a:pt x="75828" y="39688"/>
                  <a:pt x="71438" y="39688"/>
                </a:cubicBezTo>
                <a:lnTo>
                  <a:pt x="23812" y="39688"/>
                </a:lnTo>
                <a:cubicBezTo>
                  <a:pt x="19422" y="39688"/>
                  <a:pt x="15875" y="36140"/>
                  <a:pt x="15875" y="31750"/>
                </a:cubicBezTo>
                <a:lnTo>
                  <a:pt x="15875" y="23812"/>
                </a:lnTo>
                <a:cubicBezTo>
                  <a:pt x="15875" y="19422"/>
                  <a:pt x="19422" y="15875"/>
                  <a:pt x="23812" y="15875"/>
                </a:cubicBezTo>
                <a:close/>
                <a:moveTo>
                  <a:pt x="27781" y="57547"/>
                </a:moveTo>
                <a:cubicBezTo>
                  <a:pt x="27781" y="60832"/>
                  <a:pt x="25114" y="63500"/>
                  <a:pt x="21828" y="63500"/>
                </a:cubicBezTo>
                <a:cubicBezTo>
                  <a:pt x="18543" y="63500"/>
                  <a:pt x="15875" y="60832"/>
                  <a:pt x="15875" y="57547"/>
                </a:cubicBezTo>
                <a:cubicBezTo>
                  <a:pt x="15875" y="54261"/>
                  <a:pt x="18543" y="51594"/>
                  <a:pt x="21828" y="51594"/>
                </a:cubicBezTo>
                <a:cubicBezTo>
                  <a:pt x="25114" y="51594"/>
                  <a:pt x="27781" y="54261"/>
                  <a:pt x="27781" y="57547"/>
                </a:cubicBezTo>
                <a:close/>
                <a:moveTo>
                  <a:pt x="47625" y="63500"/>
                </a:moveTo>
                <a:cubicBezTo>
                  <a:pt x="44339" y="63500"/>
                  <a:pt x="41672" y="60832"/>
                  <a:pt x="41672" y="57547"/>
                </a:cubicBezTo>
                <a:cubicBezTo>
                  <a:pt x="41672" y="54261"/>
                  <a:pt x="44339" y="51594"/>
                  <a:pt x="47625" y="51594"/>
                </a:cubicBezTo>
                <a:cubicBezTo>
                  <a:pt x="50911" y="51594"/>
                  <a:pt x="53578" y="54261"/>
                  <a:pt x="53578" y="57547"/>
                </a:cubicBezTo>
                <a:cubicBezTo>
                  <a:pt x="53578" y="60832"/>
                  <a:pt x="50911" y="63500"/>
                  <a:pt x="47625" y="63500"/>
                </a:cubicBezTo>
                <a:close/>
                <a:moveTo>
                  <a:pt x="79375" y="57547"/>
                </a:moveTo>
                <a:cubicBezTo>
                  <a:pt x="79375" y="60832"/>
                  <a:pt x="76707" y="63500"/>
                  <a:pt x="73422" y="63500"/>
                </a:cubicBezTo>
                <a:cubicBezTo>
                  <a:pt x="70136" y="63500"/>
                  <a:pt x="67469" y="60832"/>
                  <a:pt x="67469" y="57547"/>
                </a:cubicBezTo>
                <a:cubicBezTo>
                  <a:pt x="67469" y="54261"/>
                  <a:pt x="70136" y="51594"/>
                  <a:pt x="73422" y="51594"/>
                </a:cubicBezTo>
                <a:cubicBezTo>
                  <a:pt x="76707" y="51594"/>
                  <a:pt x="79375" y="54261"/>
                  <a:pt x="79375" y="57547"/>
                </a:cubicBezTo>
                <a:close/>
                <a:moveTo>
                  <a:pt x="21828" y="87313"/>
                </a:moveTo>
                <a:cubicBezTo>
                  <a:pt x="18543" y="87313"/>
                  <a:pt x="15875" y="84645"/>
                  <a:pt x="15875" y="81359"/>
                </a:cubicBezTo>
                <a:cubicBezTo>
                  <a:pt x="15875" y="78074"/>
                  <a:pt x="18543" y="75406"/>
                  <a:pt x="21828" y="75406"/>
                </a:cubicBezTo>
                <a:cubicBezTo>
                  <a:pt x="25114" y="75406"/>
                  <a:pt x="27781" y="78074"/>
                  <a:pt x="27781" y="81359"/>
                </a:cubicBezTo>
                <a:cubicBezTo>
                  <a:pt x="27781" y="84645"/>
                  <a:pt x="25114" y="87313"/>
                  <a:pt x="21828" y="87313"/>
                </a:cubicBezTo>
                <a:close/>
                <a:moveTo>
                  <a:pt x="53578" y="81359"/>
                </a:moveTo>
                <a:cubicBezTo>
                  <a:pt x="53578" y="84645"/>
                  <a:pt x="50911" y="87313"/>
                  <a:pt x="47625" y="87313"/>
                </a:cubicBezTo>
                <a:cubicBezTo>
                  <a:pt x="44339" y="87313"/>
                  <a:pt x="41672" y="84645"/>
                  <a:pt x="41672" y="81359"/>
                </a:cubicBezTo>
                <a:cubicBezTo>
                  <a:pt x="41672" y="78074"/>
                  <a:pt x="44339" y="75406"/>
                  <a:pt x="47625" y="75406"/>
                </a:cubicBezTo>
                <a:cubicBezTo>
                  <a:pt x="50911" y="75406"/>
                  <a:pt x="53578" y="78074"/>
                  <a:pt x="53578" y="81359"/>
                </a:cubicBezTo>
                <a:close/>
                <a:moveTo>
                  <a:pt x="73422" y="87313"/>
                </a:moveTo>
                <a:cubicBezTo>
                  <a:pt x="70136" y="87313"/>
                  <a:pt x="67469" y="84645"/>
                  <a:pt x="67469" y="81359"/>
                </a:cubicBezTo>
                <a:cubicBezTo>
                  <a:pt x="67469" y="78074"/>
                  <a:pt x="70136" y="75406"/>
                  <a:pt x="73422" y="75406"/>
                </a:cubicBezTo>
                <a:cubicBezTo>
                  <a:pt x="76707" y="75406"/>
                  <a:pt x="79375" y="78074"/>
                  <a:pt x="79375" y="81359"/>
                </a:cubicBezTo>
                <a:cubicBezTo>
                  <a:pt x="79375" y="84645"/>
                  <a:pt x="76707" y="87313"/>
                  <a:pt x="73422" y="87313"/>
                </a:cubicBezTo>
                <a:close/>
                <a:moveTo>
                  <a:pt x="15875" y="105172"/>
                </a:moveTo>
                <a:cubicBezTo>
                  <a:pt x="15875" y="101873"/>
                  <a:pt x="18529" y="99219"/>
                  <a:pt x="21828" y="99219"/>
                </a:cubicBezTo>
                <a:lnTo>
                  <a:pt x="49609" y="99219"/>
                </a:lnTo>
                <a:cubicBezTo>
                  <a:pt x="52908" y="99219"/>
                  <a:pt x="55563" y="101873"/>
                  <a:pt x="55563" y="105172"/>
                </a:cubicBezTo>
                <a:cubicBezTo>
                  <a:pt x="55563" y="108471"/>
                  <a:pt x="52908" y="111125"/>
                  <a:pt x="49609" y="111125"/>
                </a:cubicBezTo>
                <a:lnTo>
                  <a:pt x="21828" y="111125"/>
                </a:lnTo>
                <a:cubicBezTo>
                  <a:pt x="18529" y="111125"/>
                  <a:pt x="15875" y="108471"/>
                  <a:pt x="15875" y="105172"/>
                </a:cubicBezTo>
                <a:close/>
                <a:moveTo>
                  <a:pt x="73422" y="99219"/>
                </a:moveTo>
                <a:cubicBezTo>
                  <a:pt x="76721" y="99219"/>
                  <a:pt x="79375" y="101873"/>
                  <a:pt x="79375" y="105172"/>
                </a:cubicBezTo>
                <a:cubicBezTo>
                  <a:pt x="79375" y="108471"/>
                  <a:pt x="76721" y="111125"/>
                  <a:pt x="73422" y="111125"/>
                </a:cubicBezTo>
                <a:cubicBezTo>
                  <a:pt x="70123" y="111125"/>
                  <a:pt x="67469" y="108471"/>
                  <a:pt x="67469" y="105172"/>
                </a:cubicBezTo>
                <a:cubicBezTo>
                  <a:pt x="67469" y="101873"/>
                  <a:pt x="70123" y="99219"/>
                  <a:pt x="73422" y="99219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6451600" y="3721098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292850" y="4006848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6356350" y="4070348"/>
            <a:ext cx="135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Revenue per Farm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046817" y="4070348"/>
            <a:ext cx="68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₹36,000/mo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56350" y="4229098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Blended (Basic + Pro + Enterprise)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292850" y="4483005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6356350" y="4546505"/>
            <a:ext cx="1150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Cost per Farm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111112" y="4546505"/>
            <a:ext cx="619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₹4,000/mo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356350" y="4705255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server opex + support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292850" y="4959155"/>
            <a:ext cx="5445125" cy="285750"/>
          </a:xfrm>
          <a:custGeom>
            <a:avLst/>
            <a:gdLst/>
            <a:ahLst/>
            <a:cxnLst/>
            <a:rect l="l" t="t" r="r" b="b"/>
            <a:pathLst>
              <a:path w="5445125" h="28575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222251"/>
                </a:lnTo>
                <a:cubicBezTo>
                  <a:pt x="5445125" y="257320"/>
                  <a:pt x="5416695" y="285750"/>
                  <a:pt x="5381626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6356350" y="5022655"/>
            <a:ext cx="101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Contribution Margin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1051480" y="5022655"/>
            <a:ext cx="68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₹32,000/mo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292850" y="5308405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6356350" y="5371905"/>
            <a:ext cx="109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Costs (Monthly)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11141373" y="5371905"/>
            <a:ext cx="595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₹5,00,000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356350" y="5530655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+ salaries + admin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6296025" y="5787729"/>
            <a:ext cx="5443538" cy="419100"/>
          </a:xfrm>
          <a:custGeom>
            <a:avLst/>
            <a:gdLst/>
            <a:ahLst/>
            <a:cxnLst/>
            <a:rect l="l" t="t" r="r" b="b"/>
            <a:pathLst>
              <a:path w="5443538" h="419100">
                <a:moveTo>
                  <a:pt x="63502" y="0"/>
                </a:moveTo>
                <a:lnTo>
                  <a:pt x="5380035" y="0"/>
                </a:lnTo>
                <a:cubicBezTo>
                  <a:pt x="5415107" y="0"/>
                  <a:pt x="5443537" y="28431"/>
                  <a:pt x="5443537" y="63502"/>
                </a:cubicBezTo>
                <a:lnTo>
                  <a:pt x="5443538" y="355598"/>
                </a:lnTo>
                <a:cubicBezTo>
                  <a:pt x="5443537" y="390669"/>
                  <a:pt x="5415107" y="419100"/>
                  <a:pt x="5380035" y="419100"/>
                </a:cubicBezTo>
                <a:lnTo>
                  <a:pt x="63502" y="419100"/>
                </a:lnTo>
                <a:cubicBezTo>
                  <a:pt x="28431" y="419100"/>
                  <a:pt x="0" y="390669"/>
                  <a:pt x="0" y="3555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6362700" y="5854402"/>
            <a:ext cx="88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Break-Even Point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11275020" y="5854402"/>
            <a:ext cx="45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farms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362700" y="6013152"/>
            <a:ext cx="5357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Break-Even Timeline: Month 9 (Q3 Year 1)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320675" y="6441681"/>
            <a:ext cx="11547475" cy="736600"/>
          </a:xfrm>
          <a:custGeom>
            <a:avLst/>
            <a:gdLst/>
            <a:ahLst/>
            <a:cxnLst/>
            <a:rect l="l" t="t" r="r" b="b"/>
            <a:pathLst>
              <a:path w="11547475" h="736600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641350"/>
                </a:lnTo>
                <a:cubicBezTo>
                  <a:pt x="11547475" y="693955"/>
                  <a:pt x="11504830" y="736600"/>
                  <a:pt x="11452225" y="736600"/>
                </a:cubicBezTo>
                <a:lnTo>
                  <a:pt x="95250" y="736600"/>
                </a:lnTo>
                <a:cubicBezTo>
                  <a:pt x="42680" y="736600"/>
                  <a:pt x="0" y="693920"/>
                  <a:pt x="0" y="6413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391319" y="6540105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LTV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379412" y="6730605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₹7.34 L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395287" y="6952855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₹36K × 24mo × 85%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3261519" y="6540105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CAC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3249612" y="6730605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₹15,000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3265487" y="6952855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/ new farms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6131719" y="6540105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LTV/CAC Ratio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6119813" y="6730605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49x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6135688" y="6952855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ratio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9001919" y="6540105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Payback Period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8990012" y="6730605"/>
            <a:ext cx="282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 months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9005887" y="6952855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₹15K ÷ ₹3K margin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5727" y="46831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0" y="17859"/>
                </a:moveTo>
                <a:cubicBezTo>
                  <a:pt x="0" y="12920"/>
                  <a:pt x="3990" y="8930"/>
                  <a:pt x="8930" y="8930"/>
                </a:cubicBezTo>
                <a:lnTo>
                  <a:pt x="31254" y="8930"/>
                </a:lnTo>
                <a:cubicBezTo>
                  <a:pt x="53439" y="8930"/>
                  <a:pt x="71438" y="26929"/>
                  <a:pt x="71438" y="49113"/>
                </a:cubicBezTo>
                <a:cubicBezTo>
                  <a:pt x="71438" y="64266"/>
                  <a:pt x="63066" y="77437"/>
                  <a:pt x="50676" y="84302"/>
                </a:cubicBezTo>
                <a:lnTo>
                  <a:pt x="62117" y="122448"/>
                </a:lnTo>
                <a:cubicBezTo>
                  <a:pt x="63540" y="127164"/>
                  <a:pt x="60861" y="132159"/>
                  <a:pt x="56118" y="133555"/>
                </a:cubicBezTo>
                <a:cubicBezTo>
                  <a:pt x="51374" y="134950"/>
                  <a:pt x="46406" y="132299"/>
                  <a:pt x="45011" y="127555"/>
                </a:cubicBezTo>
                <a:lnTo>
                  <a:pt x="33514" y="89241"/>
                </a:lnTo>
                <a:cubicBezTo>
                  <a:pt x="32761" y="89269"/>
                  <a:pt x="32007" y="89297"/>
                  <a:pt x="31254" y="89297"/>
                </a:cubicBezTo>
                <a:lnTo>
                  <a:pt x="17859" y="89297"/>
                </a:lnTo>
                <a:lnTo>
                  <a:pt x="17859" y="125016"/>
                </a:lnTo>
                <a:cubicBezTo>
                  <a:pt x="17859" y="129955"/>
                  <a:pt x="13869" y="133945"/>
                  <a:pt x="8930" y="133945"/>
                </a:cubicBezTo>
                <a:cubicBezTo>
                  <a:pt x="3990" y="133945"/>
                  <a:pt x="0" y="129955"/>
                  <a:pt x="0" y="125016"/>
                </a:cubicBezTo>
                <a:lnTo>
                  <a:pt x="0" y="17859"/>
                </a:lnTo>
                <a:close/>
                <a:moveTo>
                  <a:pt x="17859" y="71438"/>
                </a:moveTo>
                <a:lnTo>
                  <a:pt x="31254" y="71438"/>
                </a:lnTo>
                <a:cubicBezTo>
                  <a:pt x="43588" y="71438"/>
                  <a:pt x="53578" y="61447"/>
                  <a:pt x="53578" y="49113"/>
                </a:cubicBezTo>
                <a:cubicBezTo>
                  <a:pt x="53578" y="36779"/>
                  <a:pt x="43588" y="26789"/>
                  <a:pt x="31254" y="26789"/>
                </a:cubicBezTo>
                <a:lnTo>
                  <a:pt x="17859" y="26789"/>
                </a:lnTo>
                <a:lnTo>
                  <a:pt x="17859" y="71438"/>
                </a:lnTo>
                <a:close/>
                <a:moveTo>
                  <a:pt x="97417" y="62508"/>
                </a:moveTo>
                <a:lnTo>
                  <a:pt x="107156" y="62508"/>
                </a:lnTo>
                <a:cubicBezTo>
                  <a:pt x="112095" y="62508"/>
                  <a:pt x="116086" y="66498"/>
                  <a:pt x="116086" y="71438"/>
                </a:cubicBezTo>
                <a:cubicBezTo>
                  <a:pt x="116086" y="76377"/>
                  <a:pt x="112095" y="80367"/>
                  <a:pt x="107156" y="80367"/>
                </a:cubicBezTo>
                <a:lnTo>
                  <a:pt x="97417" y="80367"/>
                </a:lnTo>
                <a:cubicBezTo>
                  <a:pt x="95408" y="80367"/>
                  <a:pt x="93762" y="82014"/>
                  <a:pt x="93762" y="84023"/>
                </a:cubicBezTo>
                <a:cubicBezTo>
                  <a:pt x="93762" y="85613"/>
                  <a:pt x="94794" y="87009"/>
                  <a:pt x="96301" y="87511"/>
                </a:cubicBezTo>
                <a:lnTo>
                  <a:pt x="110086" y="91948"/>
                </a:lnTo>
                <a:cubicBezTo>
                  <a:pt x="118988" y="94822"/>
                  <a:pt x="125016" y="103082"/>
                  <a:pt x="125016" y="112430"/>
                </a:cubicBezTo>
                <a:cubicBezTo>
                  <a:pt x="125016" y="124318"/>
                  <a:pt x="115388" y="133945"/>
                  <a:pt x="103501" y="133945"/>
                </a:cubicBezTo>
                <a:lnTo>
                  <a:pt x="89297" y="133945"/>
                </a:lnTo>
                <a:cubicBezTo>
                  <a:pt x="84358" y="133945"/>
                  <a:pt x="80367" y="129955"/>
                  <a:pt x="80367" y="125016"/>
                </a:cubicBezTo>
                <a:cubicBezTo>
                  <a:pt x="80367" y="120076"/>
                  <a:pt x="84358" y="116086"/>
                  <a:pt x="89297" y="116086"/>
                </a:cubicBezTo>
                <a:lnTo>
                  <a:pt x="103501" y="116086"/>
                </a:lnTo>
                <a:cubicBezTo>
                  <a:pt x="105510" y="116086"/>
                  <a:pt x="107156" y="114440"/>
                  <a:pt x="107156" y="112430"/>
                </a:cubicBezTo>
                <a:cubicBezTo>
                  <a:pt x="107156" y="110840"/>
                  <a:pt x="106124" y="109444"/>
                  <a:pt x="104617" y="108942"/>
                </a:cubicBezTo>
                <a:lnTo>
                  <a:pt x="90832" y="104505"/>
                </a:lnTo>
                <a:cubicBezTo>
                  <a:pt x="81930" y="101631"/>
                  <a:pt x="75902" y="93371"/>
                  <a:pt x="75902" y="84023"/>
                </a:cubicBezTo>
                <a:cubicBezTo>
                  <a:pt x="75902" y="72135"/>
                  <a:pt x="85530" y="62508"/>
                  <a:pt x="97417" y="6250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0250" y="317500"/>
            <a:ext cx="595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 Owner ROI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250" y="476250"/>
            <a:ext cx="601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8-Room Mushroom Farm - Annual Profitability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250" y="825500"/>
            <a:ext cx="1120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financial breakdown with 2,200 bags per room (17,600 bags total)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675" y="1146175"/>
            <a:ext cx="5705475" cy="3228975"/>
          </a:xfrm>
          <a:custGeom>
            <a:avLst/>
            <a:gdLst/>
            <a:ahLst/>
            <a:cxnLst/>
            <a:rect l="l" t="t" r="r" b="b"/>
            <a:pathLst>
              <a:path w="5705475" h="3228975">
                <a:moveTo>
                  <a:pt x="95255" y="0"/>
                </a:moveTo>
                <a:lnTo>
                  <a:pt x="5610220" y="0"/>
                </a:lnTo>
                <a:cubicBezTo>
                  <a:pt x="5662828" y="0"/>
                  <a:pt x="5705475" y="42647"/>
                  <a:pt x="5705475" y="95255"/>
                </a:cubicBezTo>
                <a:lnTo>
                  <a:pt x="5705475" y="3133720"/>
                </a:lnTo>
                <a:cubicBezTo>
                  <a:pt x="5705475" y="3186328"/>
                  <a:pt x="5662828" y="3228975"/>
                  <a:pt x="5610220" y="3228975"/>
                </a:cubicBezTo>
                <a:lnTo>
                  <a:pt x="95255" y="3228975"/>
                </a:lnTo>
                <a:cubicBezTo>
                  <a:pt x="42647" y="3228975"/>
                  <a:pt x="0" y="3186328"/>
                  <a:pt x="0" y="3133720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66725" y="130809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09600" y="1276348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 Cycle Economics (40 Days)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" y="1562098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4350" y="1625598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3221" y="1625598"/>
            <a:ext cx="595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₹40,12,800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4350" y="1784348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35,200 kg @ 20% yield (Grade A/B/C + compost)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0850" y="2038255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4350" y="2101755"/>
            <a:ext cx="642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Costs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639" y="2101755"/>
            <a:ext cx="58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₹23,76,320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4350" y="2260505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materials, consumables, labor, utilities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0850" y="2514405"/>
            <a:ext cx="5445125" cy="412750"/>
          </a:xfrm>
          <a:custGeom>
            <a:avLst/>
            <a:gdLst/>
            <a:ahLst/>
            <a:cxnLst/>
            <a:rect l="l" t="t" r="r" b="b"/>
            <a:pathLst>
              <a:path w="5445125" h="412750">
                <a:moveTo>
                  <a:pt x="63502" y="0"/>
                </a:moveTo>
                <a:lnTo>
                  <a:pt x="5381623" y="0"/>
                </a:lnTo>
                <a:cubicBezTo>
                  <a:pt x="5416694" y="0"/>
                  <a:pt x="5445125" y="28431"/>
                  <a:pt x="5445125" y="63502"/>
                </a:cubicBezTo>
                <a:lnTo>
                  <a:pt x="5445125" y="349248"/>
                </a:lnTo>
                <a:cubicBezTo>
                  <a:pt x="5445125" y="384319"/>
                  <a:pt x="5416694" y="412750"/>
                  <a:pt x="5381623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14350" y="2577905"/>
            <a:ext cx="60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Costs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2299" y="2577905"/>
            <a:ext cx="51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₹2,74,666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4350" y="2736655"/>
            <a:ext cx="5365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Labor, rent, maintenance, platform subscription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4025" y="2993729"/>
            <a:ext cx="5443538" cy="419100"/>
          </a:xfrm>
          <a:custGeom>
            <a:avLst/>
            <a:gdLst/>
            <a:ahLst/>
            <a:cxnLst/>
            <a:rect l="l" t="t" r="r" b="b"/>
            <a:pathLst>
              <a:path w="5443538" h="419100">
                <a:moveTo>
                  <a:pt x="63502" y="0"/>
                </a:moveTo>
                <a:lnTo>
                  <a:pt x="5380035" y="0"/>
                </a:lnTo>
                <a:cubicBezTo>
                  <a:pt x="5415107" y="0"/>
                  <a:pt x="5443537" y="28431"/>
                  <a:pt x="5443537" y="63502"/>
                </a:cubicBezTo>
                <a:lnTo>
                  <a:pt x="5443538" y="355598"/>
                </a:lnTo>
                <a:cubicBezTo>
                  <a:pt x="5443537" y="390669"/>
                  <a:pt x="5415107" y="419100"/>
                  <a:pt x="5380035" y="419100"/>
                </a:cubicBezTo>
                <a:lnTo>
                  <a:pt x="63502" y="419100"/>
                </a:lnTo>
                <a:cubicBezTo>
                  <a:pt x="28431" y="419100"/>
                  <a:pt x="0" y="390669"/>
                  <a:pt x="0" y="3555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2A9D8F">
              <a:alpha val="10196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20700" y="3060402"/>
            <a:ext cx="111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Profit (Before Tax)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68627" y="3060402"/>
            <a:ext cx="51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₹13,61,814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0700" y="3219152"/>
            <a:ext cx="5357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34% Net Margin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62675" y="1146175"/>
            <a:ext cx="5705475" cy="3228975"/>
          </a:xfrm>
          <a:custGeom>
            <a:avLst/>
            <a:gdLst/>
            <a:ahLst/>
            <a:cxnLst/>
            <a:rect l="l" t="t" r="r" b="b"/>
            <a:pathLst>
              <a:path w="5705475" h="3228975">
                <a:moveTo>
                  <a:pt x="95255" y="0"/>
                </a:moveTo>
                <a:lnTo>
                  <a:pt x="5610220" y="0"/>
                </a:lnTo>
                <a:cubicBezTo>
                  <a:pt x="5662828" y="0"/>
                  <a:pt x="5705475" y="42647"/>
                  <a:pt x="5705475" y="95255"/>
                </a:cubicBezTo>
                <a:lnTo>
                  <a:pt x="5705475" y="3133720"/>
                </a:lnTo>
                <a:cubicBezTo>
                  <a:pt x="5705475" y="3186328"/>
                  <a:pt x="5662828" y="3228975"/>
                  <a:pt x="5610220" y="3228975"/>
                </a:cubicBezTo>
                <a:lnTo>
                  <a:pt x="95255" y="3228975"/>
                </a:lnTo>
                <a:cubicBezTo>
                  <a:pt x="42647" y="3228975"/>
                  <a:pt x="0" y="3186328"/>
                  <a:pt x="0" y="3133720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316662" y="130809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0"/>
                </a:moveTo>
                <a:cubicBezTo>
                  <a:pt x="36140" y="0"/>
                  <a:pt x="39688" y="3547"/>
                  <a:pt x="39688" y="7938"/>
                </a:cubicBezTo>
                <a:lnTo>
                  <a:pt x="39688" y="15875"/>
                </a:lnTo>
                <a:lnTo>
                  <a:pt x="71438" y="15875"/>
                </a:lnTo>
                <a:lnTo>
                  <a:pt x="71438" y="7938"/>
                </a:lnTo>
                <a:cubicBezTo>
                  <a:pt x="71438" y="3547"/>
                  <a:pt x="74985" y="0"/>
                  <a:pt x="79375" y="0"/>
                </a:cubicBezTo>
                <a:cubicBezTo>
                  <a:pt x="83765" y="0"/>
                  <a:pt x="87313" y="3547"/>
                  <a:pt x="87313" y="7938"/>
                </a:cubicBezTo>
                <a:lnTo>
                  <a:pt x="87313" y="15875"/>
                </a:lnTo>
                <a:lnTo>
                  <a:pt x="95250" y="15875"/>
                </a:lnTo>
                <a:cubicBezTo>
                  <a:pt x="104006" y="15875"/>
                  <a:pt x="111125" y="22994"/>
                  <a:pt x="111125" y="317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1750"/>
                </a:lnTo>
                <a:cubicBezTo>
                  <a:pt x="0" y="22994"/>
                  <a:pt x="7119" y="15875"/>
                  <a:pt x="15875" y="15875"/>
                </a:cubicBezTo>
                <a:lnTo>
                  <a:pt x="23812" y="15875"/>
                </a:lnTo>
                <a:lnTo>
                  <a:pt x="23812" y="7938"/>
                </a:lnTo>
                <a:cubicBezTo>
                  <a:pt x="23812" y="3547"/>
                  <a:pt x="27360" y="0"/>
                  <a:pt x="31750" y="0"/>
                </a:cubicBezTo>
                <a:close/>
                <a:moveTo>
                  <a:pt x="15875" y="59531"/>
                </a:moveTo>
                <a:lnTo>
                  <a:pt x="15875" y="67469"/>
                </a:lnTo>
                <a:cubicBezTo>
                  <a:pt x="15875" y="69652"/>
                  <a:pt x="17661" y="71438"/>
                  <a:pt x="19844" y="71438"/>
                </a:cubicBezTo>
                <a:lnTo>
                  <a:pt x="27781" y="71438"/>
                </a:lnTo>
                <a:cubicBezTo>
                  <a:pt x="29964" y="71438"/>
                  <a:pt x="31750" y="69652"/>
                  <a:pt x="31750" y="67469"/>
                </a:cubicBezTo>
                <a:lnTo>
                  <a:pt x="31750" y="59531"/>
                </a:lnTo>
                <a:cubicBezTo>
                  <a:pt x="31750" y="57348"/>
                  <a:pt x="29964" y="55563"/>
                  <a:pt x="27781" y="55563"/>
                </a:cubicBezTo>
                <a:lnTo>
                  <a:pt x="19844" y="55563"/>
                </a:lnTo>
                <a:cubicBezTo>
                  <a:pt x="17661" y="55563"/>
                  <a:pt x="15875" y="57348"/>
                  <a:pt x="15875" y="59531"/>
                </a:cubicBezTo>
                <a:close/>
                <a:moveTo>
                  <a:pt x="47625" y="59531"/>
                </a:moveTo>
                <a:lnTo>
                  <a:pt x="47625" y="67469"/>
                </a:lnTo>
                <a:cubicBezTo>
                  <a:pt x="47625" y="69652"/>
                  <a:pt x="49411" y="71438"/>
                  <a:pt x="51594" y="71438"/>
                </a:cubicBezTo>
                <a:lnTo>
                  <a:pt x="59531" y="71438"/>
                </a:lnTo>
                <a:cubicBezTo>
                  <a:pt x="61714" y="71438"/>
                  <a:pt x="63500" y="69652"/>
                  <a:pt x="63500" y="67469"/>
                </a:cubicBezTo>
                <a:lnTo>
                  <a:pt x="63500" y="59531"/>
                </a:lnTo>
                <a:cubicBezTo>
                  <a:pt x="63500" y="57348"/>
                  <a:pt x="61714" y="55563"/>
                  <a:pt x="59531" y="55563"/>
                </a:cubicBezTo>
                <a:lnTo>
                  <a:pt x="51594" y="55563"/>
                </a:lnTo>
                <a:cubicBezTo>
                  <a:pt x="49411" y="55563"/>
                  <a:pt x="47625" y="57348"/>
                  <a:pt x="47625" y="59531"/>
                </a:cubicBezTo>
                <a:close/>
                <a:moveTo>
                  <a:pt x="83344" y="55563"/>
                </a:moveTo>
                <a:cubicBezTo>
                  <a:pt x="81161" y="55563"/>
                  <a:pt x="79375" y="57348"/>
                  <a:pt x="79375" y="59531"/>
                </a:cubicBezTo>
                <a:lnTo>
                  <a:pt x="79375" y="67469"/>
                </a:lnTo>
                <a:cubicBezTo>
                  <a:pt x="79375" y="69652"/>
                  <a:pt x="81161" y="71438"/>
                  <a:pt x="83344" y="71438"/>
                </a:cubicBezTo>
                <a:lnTo>
                  <a:pt x="91281" y="71438"/>
                </a:lnTo>
                <a:cubicBezTo>
                  <a:pt x="93464" y="71438"/>
                  <a:pt x="95250" y="69652"/>
                  <a:pt x="95250" y="67469"/>
                </a:cubicBezTo>
                <a:lnTo>
                  <a:pt x="95250" y="59531"/>
                </a:lnTo>
                <a:cubicBezTo>
                  <a:pt x="95250" y="57348"/>
                  <a:pt x="93464" y="55563"/>
                  <a:pt x="91281" y="55563"/>
                </a:cubicBezTo>
                <a:lnTo>
                  <a:pt x="83344" y="55563"/>
                </a:lnTo>
                <a:close/>
                <a:moveTo>
                  <a:pt x="15875" y="91281"/>
                </a:move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27781" y="103188"/>
                </a:lnTo>
                <a:cubicBezTo>
                  <a:pt x="29964" y="103188"/>
                  <a:pt x="31750" y="101402"/>
                  <a:pt x="31750" y="99219"/>
                </a:cubicBezTo>
                <a:lnTo>
                  <a:pt x="31750" y="91281"/>
                </a:lnTo>
                <a:cubicBezTo>
                  <a:pt x="31750" y="89098"/>
                  <a:pt x="29964" y="87313"/>
                  <a:pt x="27781" y="87313"/>
                </a:cubicBezTo>
                <a:lnTo>
                  <a:pt x="19844" y="87313"/>
                </a:lnTo>
                <a:cubicBezTo>
                  <a:pt x="17661" y="87313"/>
                  <a:pt x="15875" y="89098"/>
                  <a:pt x="15875" y="91281"/>
                </a:cubicBezTo>
                <a:close/>
                <a:moveTo>
                  <a:pt x="51594" y="87313"/>
                </a:moveTo>
                <a:cubicBezTo>
                  <a:pt x="49411" y="87313"/>
                  <a:pt x="47625" y="89098"/>
                  <a:pt x="47625" y="91281"/>
                </a:cubicBezTo>
                <a:lnTo>
                  <a:pt x="47625" y="99219"/>
                </a:lnTo>
                <a:cubicBezTo>
                  <a:pt x="47625" y="101402"/>
                  <a:pt x="49411" y="103188"/>
                  <a:pt x="51594" y="103188"/>
                </a:cubicBezTo>
                <a:lnTo>
                  <a:pt x="59531" y="103188"/>
                </a:lnTo>
                <a:cubicBezTo>
                  <a:pt x="61714" y="103188"/>
                  <a:pt x="63500" y="101402"/>
                  <a:pt x="63500" y="99219"/>
                </a:cubicBezTo>
                <a:lnTo>
                  <a:pt x="63500" y="91281"/>
                </a:lnTo>
                <a:cubicBezTo>
                  <a:pt x="63500" y="89098"/>
                  <a:pt x="61714" y="87313"/>
                  <a:pt x="59531" y="87313"/>
                </a:cubicBezTo>
                <a:lnTo>
                  <a:pt x="51594" y="87313"/>
                </a:lnTo>
                <a:close/>
                <a:moveTo>
                  <a:pt x="79375" y="91281"/>
                </a:moveTo>
                <a:lnTo>
                  <a:pt x="79375" y="99219"/>
                </a:lnTo>
                <a:cubicBezTo>
                  <a:pt x="79375" y="101402"/>
                  <a:pt x="81161" y="103188"/>
                  <a:pt x="83344" y="103188"/>
                </a:cubicBezTo>
                <a:lnTo>
                  <a:pt x="91281" y="103188"/>
                </a:lnTo>
                <a:cubicBezTo>
                  <a:pt x="93464" y="103188"/>
                  <a:pt x="95250" y="101402"/>
                  <a:pt x="95250" y="99219"/>
                </a:cubicBezTo>
                <a:lnTo>
                  <a:pt x="95250" y="91281"/>
                </a:lnTo>
                <a:cubicBezTo>
                  <a:pt x="95250" y="89098"/>
                  <a:pt x="93464" y="87313"/>
                  <a:pt x="91281" y="87313"/>
                </a:cubicBezTo>
                <a:lnTo>
                  <a:pt x="83344" y="87313"/>
                </a:lnTo>
                <a:cubicBezTo>
                  <a:pt x="81161" y="87313"/>
                  <a:pt x="79375" y="89098"/>
                  <a:pt x="79375" y="91281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51600" y="1276348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Annual Economics (8 Cycles)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92850" y="1562098"/>
            <a:ext cx="2690813" cy="508000"/>
          </a:xfrm>
          <a:custGeom>
            <a:avLst/>
            <a:gdLst/>
            <a:ahLst/>
            <a:cxnLst/>
            <a:rect l="l" t="t" r="r" b="b"/>
            <a:pathLst>
              <a:path w="2690813" h="508000">
                <a:moveTo>
                  <a:pt x="63500" y="0"/>
                </a:moveTo>
                <a:lnTo>
                  <a:pt x="2627313" y="0"/>
                </a:lnTo>
                <a:cubicBezTo>
                  <a:pt x="2662359" y="0"/>
                  <a:pt x="2690813" y="28453"/>
                  <a:pt x="2690813" y="63500"/>
                </a:cubicBezTo>
                <a:lnTo>
                  <a:pt x="2690813" y="444500"/>
                </a:lnTo>
                <a:cubicBezTo>
                  <a:pt x="2690813" y="479547"/>
                  <a:pt x="2662359" y="508000"/>
                  <a:pt x="2627313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32537" y="162559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20631" y="1784255"/>
            <a:ext cx="263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₹3.21 Cr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48750" y="1562098"/>
            <a:ext cx="2690813" cy="508000"/>
          </a:xfrm>
          <a:custGeom>
            <a:avLst/>
            <a:gdLst/>
            <a:ahLst/>
            <a:cxnLst/>
            <a:rect l="l" t="t" r="r" b="b"/>
            <a:pathLst>
              <a:path w="2690813" h="508000">
                <a:moveTo>
                  <a:pt x="63500" y="0"/>
                </a:moveTo>
                <a:lnTo>
                  <a:pt x="2627313" y="0"/>
                </a:lnTo>
                <a:cubicBezTo>
                  <a:pt x="2662359" y="0"/>
                  <a:pt x="2690813" y="28453"/>
                  <a:pt x="2690813" y="63500"/>
                </a:cubicBezTo>
                <a:lnTo>
                  <a:pt x="2690813" y="444500"/>
                </a:lnTo>
                <a:cubicBezTo>
                  <a:pt x="2690813" y="479547"/>
                  <a:pt x="2662359" y="508000"/>
                  <a:pt x="2627313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088438" y="1625598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Costs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76531" y="1784255"/>
            <a:ext cx="263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₹1.90 Cr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92850" y="2133505"/>
            <a:ext cx="2690813" cy="635000"/>
          </a:xfrm>
          <a:custGeom>
            <a:avLst/>
            <a:gdLst/>
            <a:ahLst/>
            <a:cxnLst/>
            <a:rect l="l" t="t" r="r" b="b"/>
            <a:pathLst>
              <a:path w="2690813" h="635000">
                <a:moveTo>
                  <a:pt x="63500" y="0"/>
                </a:moveTo>
                <a:lnTo>
                  <a:pt x="2627313" y="0"/>
                </a:lnTo>
                <a:cubicBezTo>
                  <a:pt x="2662359" y="0"/>
                  <a:pt x="2690813" y="28453"/>
                  <a:pt x="2690813" y="63500"/>
                </a:cubicBezTo>
                <a:lnTo>
                  <a:pt x="2690813" y="571500"/>
                </a:lnTo>
                <a:cubicBezTo>
                  <a:pt x="2690813" y="606547"/>
                  <a:pt x="2662359" y="635000"/>
                  <a:pt x="26273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32537" y="2197005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Profit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20631" y="2355655"/>
            <a:ext cx="263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₹1.31 Cr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32537" y="2577905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40.8% margin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48750" y="2133505"/>
            <a:ext cx="2690813" cy="635000"/>
          </a:xfrm>
          <a:custGeom>
            <a:avLst/>
            <a:gdLst/>
            <a:ahLst/>
            <a:cxnLst/>
            <a:rect l="l" t="t" r="r" b="b"/>
            <a:pathLst>
              <a:path w="2690813" h="635000">
                <a:moveTo>
                  <a:pt x="63500" y="0"/>
                </a:moveTo>
                <a:lnTo>
                  <a:pt x="2627313" y="0"/>
                </a:lnTo>
                <a:cubicBezTo>
                  <a:pt x="2662359" y="0"/>
                  <a:pt x="2690813" y="28453"/>
                  <a:pt x="2690813" y="63500"/>
                </a:cubicBezTo>
                <a:lnTo>
                  <a:pt x="2690813" y="571500"/>
                </a:lnTo>
                <a:cubicBezTo>
                  <a:pt x="2690813" y="606547"/>
                  <a:pt x="2662359" y="635000"/>
                  <a:pt x="26273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088438" y="2197005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Costs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76531" y="2355655"/>
            <a:ext cx="263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₹22 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96025" y="2834979"/>
            <a:ext cx="5443538" cy="831850"/>
          </a:xfrm>
          <a:custGeom>
            <a:avLst/>
            <a:gdLst/>
            <a:ahLst/>
            <a:cxnLst/>
            <a:rect l="l" t="t" r="r" b="b"/>
            <a:pathLst>
              <a:path w="5443538" h="831850">
                <a:moveTo>
                  <a:pt x="63503" y="0"/>
                </a:moveTo>
                <a:lnTo>
                  <a:pt x="5380034" y="0"/>
                </a:lnTo>
                <a:cubicBezTo>
                  <a:pt x="5415083" y="0"/>
                  <a:pt x="5443538" y="28455"/>
                  <a:pt x="5443538" y="63503"/>
                </a:cubicBezTo>
                <a:lnTo>
                  <a:pt x="5443538" y="768347"/>
                </a:lnTo>
                <a:cubicBezTo>
                  <a:pt x="5443537" y="803419"/>
                  <a:pt x="5415106" y="831850"/>
                  <a:pt x="5380034" y="831850"/>
                </a:cubicBezTo>
                <a:lnTo>
                  <a:pt x="63503" y="831850"/>
                </a:lnTo>
                <a:cubicBezTo>
                  <a:pt x="28431" y="831850"/>
                  <a:pt x="0" y="803419"/>
                  <a:pt x="0" y="7683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0160">
            <a:solidFill>
              <a:srgbClr val="E9C46A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366669" y="2933402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Profit (Before Tax)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34919" y="3123902"/>
            <a:ext cx="536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₹1.09 Crore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66669" y="3409652"/>
            <a:ext cx="5302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34% Net Margin | 8 cycles/year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92850" y="3733501"/>
            <a:ext cx="2690813" cy="508000"/>
          </a:xfrm>
          <a:custGeom>
            <a:avLst/>
            <a:gdLst/>
            <a:ahLst/>
            <a:cxnLst/>
            <a:rect l="l" t="t" r="r" b="b"/>
            <a:pathLst>
              <a:path w="2690813" h="508000">
                <a:moveTo>
                  <a:pt x="63500" y="0"/>
                </a:moveTo>
                <a:lnTo>
                  <a:pt x="2627313" y="0"/>
                </a:lnTo>
                <a:cubicBezTo>
                  <a:pt x="2662359" y="0"/>
                  <a:pt x="2690813" y="28453"/>
                  <a:pt x="2690813" y="63500"/>
                </a:cubicBezTo>
                <a:lnTo>
                  <a:pt x="2690813" y="444500"/>
                </a:lnTo>
                <a:cubicBezTo>
                  <a:pt x="2690813" y="479547"/>
                  <a:pt x="2662359" y="508000"/>
                  <a:pt x="2627313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332537" y="3797001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Average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20631" y="3955658"/>
            <a:ext cx="263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₹9.08 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48750" y="3733501"/>
            <a:ext cx="2690813" cy="508000"/>
          </a:xfrm>
          <a:custGeom>
            <a:avLst/>
            <a:gdLst/>
            <a:ahLst/>
            <a:cxnLst/>
            <a:rect l="l" t="t" r="r" b="b"/>
            <a:pathLst>
              <a:path w="2690813" h="508000">
                <a:moveTo>
                  <a:pt x="63500" y="0"/>
                </a:moveTo>
                <a:lnTo>
                  <a:pt x="2627313" y="0"/>
                </a:lnTo>
                <a:cubicBezTo>
                  <a:pt x="2662359" y="0"/>
                  <a:pt x="2690813" y="28453"/>
                  <a:pt x="2690813" y="63500"/>
                </a:cubicBezTo>
                <a:lnTo>
                  <a:pt x="2690813" y="444500"/>
                </a:lnTo>
                <a:cubicBezTo>
                  <a:pt x="2690813" y="479547"/>
                  <a:pt x="2662359" y="508000"/>
                  <a:pt x="2627313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088438" y="3797001"/>
            <a:ext cx="2611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Average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76531" y="3955658"/>
            <a:ext cx="263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₹30,263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0675" y="4473181"/>
            <a:ext cx="11547475" cy="2054225"/>
          </a:xfrm>
          <a:custGeom>
            <a:avLst/>
            <a:gdLst/>
            <a:ahLst/>
            <a:cxnLst/>
            <a:rect l="l" t="t" r="r" b="b"/>
            <a:pathLst>
              <a:path w="11547475" h="2054225">
                <a:moveTo>
                  <a:pt x="95254" y="0"/>
                </a:moveTo>
                <a:lnTo>
                  <a:pt x="11452221" y="0"/>
                </a:lnTo>
                <a:cubicBezTo>
                  <a:pt x="11504828" y="0"/>
                  <a:pt x="11547475" y="42647"/>
                  <a:pt x="11547475" y="95254"/>
                </a:cubicBezTo>
                <a:lnTo>
                  <a:pt x="11547475" y="1958971"/>
                </a:lnTo>
                <a:cubicBezTo>
                  <a:pt x="11547475" y="2011578"/>
                  <a:pt x="11504828" y="2054225"/>
                  <a:pt x="11452221" y="2054225"/>
                </a:cubicBezTo>
                <a:lnTo>
                  <a:pt x="95254" y="2054225"/>
                </a:lnTo>
                <a:cubicBezTo>
                  <a:pt x="42647" y="2054225"/>
                  <a:pt x="0" y="2011578"/>
                  <a:pt x="0" y="1958971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264653">
              <a:alpha val="30196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50850" y="4635105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95250" y="7938"/>
                </a:moveTo>
                <a:lnTo>
                  <a:pt x="127000" y="7938"/>
                </a:lnTo>
                <a:cubicBezTo>
                  <a:pt x="131390" y="7938"/>
                  <a:pt x="134938" y="11485"/>
                  <a:pt x="134938" y="15875"/>
                </a:cubicBezTo>
                <a:cubicBezTo>
                  <a:pt x="134938" y="20265"/>
                  <a:pt x="131390" y="23812"/>
                  <a:pt x="127000" y="23812"/>
                </a:cubicBezTo>
                <a:lnTo>
                  <a:pt x="98822" y="23812"/>
                </a:lnTo>
                <a:cubicBezTo>
                  <a:pt x="97532" y="30212"/>
                  <a:pt x="93142" y="35496"/>
                  <a:pt x="87313" y="38026"/>
                </a:cubicBezTo>
                <a:lnTo>
                  <a:pt x="87313" y="111125"/>
                </a:lnTo>
                <a:lnTo>
                  <a:pt x="127000" y="111125"/>
                </a:lnTo>
                <a:cubicBezTo>
                  <a:pt x="131390" y="111125"/>
                  <a:pt x="134938" y="114672"/>
                  <a:pt x="134938" y="119063"/>
                </a:cubicBezTo>
                <a:cubicBezTo>
                  <a:pt x="134938" y="123453"/>
                  <a:pt x="131390" y="127000"/>
                  <a:pt x="127000" y="127000"/>
                </a:cubicBezTo>
                <a:lnTo>
                  <a:pt x="31750" y="127000"/>
                </a:lnTo>
                <a:cubicBezTo>
                  <a:pt x="27360" y="127000"/>
                  <a:pt x="23812" y="123453"/>
                  <a:pt x="23812" y="119063"/>
                </a:cubicBezTo>
                <a:cubicBezTo>
                  <a:pt x="23812" y="114672"/>
                  <a:pt x="27360" y="111125"/>
                  <a:pt x="31750" y="111125"/>
                </a:cubicBezTo>
                <a:lnTo>
                  <a:pt x="71438" y="111125"/>
                </a:lnTo>
                <a:lnTo>
                  <a:pt x="71438" y="38026"/>
                </a:lnTo>
                <a:cubicBezTo>
                  <a:pt x="65608" y="35471"/>
                  <a:pt x="61218" y="30187"/>
                  <a:pt x="59928" y="23813"/>
                </a:cubicBezTo>
                <a:lnTo>
                  <a:pt x="31750" y="23812"/>
                </a:lnTo>
                <a:cubicBezTo>
                  <a:pt x="27360" y="23812"/>
                  <a:pt x="23812" y="20265"/>
                  <a:pt x="23812" y="15875"/>
                </a:cubicBezTo>
                <a:cubicBezTo>
                  <a:pt x="23812" y="11485"/>
                  <a:pt x="27360" y="7938"/>
                  <a:pt x="31750" y="7938"/>
                </a:cubicBezTo>
                <a:lnTo>
                  <a:pt x="63500" y="7938"/>
                </a:lnTo>
                <a:cubicBezTo>
                  <a:pt x="67121" y="3125"/>
                  <a:pt x="72876" y="0"/>
                  <a:pt x="79375" y="0"/>
                </a:cubicBezTo>
                <a:cubicBezTo>
                  <a:pt x="85874" y="0"/>
                  <a:pt x="91629" y="3125"/>
                  <a:pt x="95250" y="7938"/>
                </a:cubicBezTo>
                <a:close/>
                <a:moveTo>
                  <a:pt x="109041" y="79375"/>
                </a:moveTo>
                <a:lnTo>
                  <a:pt x="144959" y="79375"/>
                </a:lnTo>
                <a:lnTo>
                  <a:pt x="127000" y="48568"/>
                </a:lnTo>
                <a:lnTo>
                  <a:pt x="109041" y="79375"/>
                </a:lnTo>
                <a:close/>
                <a:moveTo>
                  <a:pt x="127000" y="103188"/>
                </a:moveTo>
                <a:cubicBezTo>
                  <a:pt x="111398" y="103188"/>
                  <a:pt x="98425" y="94754"/>
                  <a:pt x="95746" y="83617"/>
                </a:cubicBezTo>
                <a:cubicBezTo>
                  <a:pt x="95101" y="80888"/>
                  <a:pt x="95994" y="78085"/>
                  <a:pt x="97408" y="75654"/>
                </a:cubicBezTo>
                <a:lnTo>
                  <a:pt x="121022" y="35173"/>
                </a:lnTo>
                <a:cubicBezTo>
                  <a:pt x="122262" y="33040"/>
                  <a:pt x="124544" y="31750"/>
                  <a:pt x="127000" y="31750"/>
                </a:cubicBezTo>
                <a:cubicBezTo>
                  <a:pt x="129456" y="31750"/>
                  <a:pt x="131738" y="33065"/>
                  <a:pt x="132978" y="35173"/>
                </a:cubicBezTo>
                <a:lnTo>
                  <a:pt x="156592" y="75654"/>
                </a:lnTo>
                <a:cubicBezTo>
                  <a:pt x="158006" y="78085"/>
                  <a:pt x="158899" y="80888"/>
                  <a:pt x="158254" y="83617"/>
                </a:cubicBezTo>
                <a:cubicBezTo>
                  <a:pt x="155575" y="94729"/>
                  <a:pt x="142602" y="103188"/>
                  <a:pt x="127000" y="103188"/>
                </a:cubicBezTo>
                <a:close/>
                <a:moveTo>
                  <a:pt x="31452" y="48568"/>
                </a:moveTo>
                <a:lnTo>
                  <a:pt x="13494" y="79375"/>
                </a:lnTo>
                <a:lnTo>
                  <a:pt x="49436" y="79375"/>
                </a:lnTo>
                <a:lnTo>
                  <a:pt x="31452" y="48568"/>
                </a:lnTo>
                <a:close/>
                <a:moveTo>
                  <a:pt x="223" y="83617"/>
                </a:moveTo>
                <a:cubicBezTo>
                  <a:pt x="-422" y="80888"/>
                  <a:pt x="471" y="78085"/>
                  <a:pt x="1885" y="75654"/>
                </a:cubicBezTo>
                <a:lnTo>
                  <a:pt x="25499" y="35173"/>
                </a:lnTo>
                <a:cubicBezTo>
                  <a:pt x="26739" y="33040"/>
                  <a:pt x="29021" y="31750"/>
                  <a:pt x="31477" y="31750"/>
                </a:cubicBezTo>
                <a:cubicBezTo>
                  <a:pt x="33933" y="31750"/>
                  <a:pt x="36215" y="33065"/>
                  <a:pt x="37455" y="35173"/>
                </a:cubicBezTo>
                <a:lnTo>
                  <a:pt x="61069" y="75654"/>
                </a:lnTo>
                <a:cubicBezTo>
                  <a:pt x="62483" y="78085"/>
                  <a:pt x="63376" y="80888"/>
                  <a:pt x="62731" y="83617"/>
                </a:cubicBezTo>
                <a:cubicBezTo>
                  <a:pt x="60052" y="94729"/>
                  <a:pt x="47079" y="103188"/>
                  <a:pt x="31477" y="103188"/>
                </a:cubicBezTo>
                <a:cubicBezTo>
                  <a:pt x="15875" y="103188"/>
                  <a:pt x="2902" y="94754"/>
                  <a:pt x="223" y="83617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09600" y="4603355"/>
            <a:ext cx="1119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vs Without IoT Platform Comparison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54025" y="4892280"/>
            <a:ext cx="5578475" cy="1506538"/>
          </a:xfrm>
          <a:custGeom>
            <a:avLst/>
            <a:gdLst/>
            <a:ahLst/>
            <a:cxnLst/>
            <a:rect l="l" t="t" r="r" b="b"/>
            <a:pathLst>
              <a:path w="5578475" h="1506538">
                <a:moveTo>
                  <a:pt x="63501" y="0"/>
                </a:moveTo>
                <a:lnTo>
                  <a:pt x="5514974" y="0"/>
                </a:lnTo>
                <a:cubicBezTo>
                  <a:pt x="5550045" y="0"/>
                  <a:pt x="5578475" y="28430"/>
                  <a:pt x="5578475" y="63501"/>
                </a:cubicBezTo>
                <a:lnTo>
                  <a:pt x="5578475" y="1443037"/>
                </a:lnTo>
                <a:cubicBezTo>
                  <a:pt x="5578475" y="1478107"/>
                  <a:pt x="5550045" y="1506537"/>
                  <a:pt x="5514974" y="1506538"/>
                </a:cubicBezTo>
                <a:lnTo>
                  <a:pt x="63501" y="1506538"/>
                </a:lnTo>
                <a:cubicBezTo>
                  <a:pt x="28430" y="1506538"/>
                  <a:pt x="0" y="1478107"/>
                  <a:pt x="0" y="14430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D1B1E">
              <a:alpha val="40000"/>
            </a:srgbClr>
          </a:solidFill>
          <a:ln w="10160">
            <a:solidFill>
              <a:srgbClr val="F5F5F5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52450" y="4990703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IoT Platform (Manual)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52450" y="5212953"/>
            <a:ext cx="128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Loss (15%)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548213" y="5212953"/>
            <a:ext cx="43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₹48.15 L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52450" y="5403453"/>
            <a:ext cx="60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 Labor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592366" y="5403453"/>
            <a:ext cx="396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₹1.80 L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52450" y="5593953"/>
            <a:ext cx="1127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Errors (10%)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656957" y="5593953"/>
            <a:ext cx="333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₹48 K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52450" y="5787628"/>
            <a:ext cx="5381625" cy="6350"/>
          </a:xfrm>
          <a:custGeom>
            <a:avLst/>
            <a:gdLst/>
            <a:ahLst/>
            <a:cxnLst/>
            <a:rect l="l" t="t" r="r" b="b"/>
            <a:pathLst>
              <a:path w="5381625" h="6350">
                <a:moveTo>
                  <a:pt x="0" y="0"/>
                </a:moveTo>
                <a:lnTo>
                  <a:pt x="5381625" y="0"/>
                </a:lnTo>
                <a:lnTo>
                  <a:pt x="53816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F5F5F5">
              <a:alpha val="20000"/>
            </a:srgbClr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52450" y="5822552"/>
            <a:ext cx="87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Inefficiency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513884" y="5822552"/>
            <a:ext cx="476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₹50.43 L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52450" y="5981302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Net Profit: ₹58.51 L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162675" y="4892280"/>
            <a:ext cx="5578475" cy="1506538"/>
          </a:xfrm>
          <a:custGeom>
            <a:avLst/>
            <a:gdLst/>
            <a:ahLst/>
            <a:cxnLst/>
            <a:rect l="l" t="t" r="r" b="b"/>
            <a:pathLst>
              <a:path w="5578475" h="1506538">
                <a:moveTo>
                  <a:pt x="63501" y="0"/>
                </a:moveTo>
                <a:lnTo>
                  <a:pt x="5514974" y="0"/>
                </a:lnTo>
                <a:cubicBezTo>
                  <a:pt x="5550045" y="0"/>
                  <a:pt x="5578475" y="28430"/>
                  <a:pt x="5578475" y="63501"/>
                </a:cubicBezTo>
                <a:lnTo>
                  <a:pt x="5578475" y="1443037"/>
                </a:lnTo>
                <a:cubicBezTo>
                  <a:pt x="5578475" y="1478107"/>
                  <a:pt x="5550045" y="1506537"/>
                  <a:pt x="5514974" y="1506538"/>
                </a:cubicBezTo>
                <a:lnTo>
                  <a:pt x="63501" y="1506538"/>
                </a:lnTo>
                <a:cubicBezTo>
                  <a:pt x="28430" y="1506538"/>
                  <a:pt x="0" y="1478107"/>
                  <a:pt x="0" y="14430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2A9D8F">
              <a:alpha val="10196"/>
            </a:srgbClr>
          </a:solidFill>
          <a:ln w="10160">
            <a:solidFill>
              <a:srgbClr val="2A9D8F">
                <a:alpha val="30196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6261100" y="4990703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IoT Platform (Our Solution)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261100" y="5212953"/>
            <a:ext cx="70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Cost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317188" y="5212953"/>
            <a:ext cx="381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₹1.92 L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261100" y="5403453"/>
            <a:ext cx="123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Contamination Loss (7%)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250018" y="5403453"/>
            <a:ext cx="44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₹22.47 L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261100" y="5593953"/>
            <a:ext cx="785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Labor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350625" y="5593953"/>
            <a:ext cx="34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₹60 K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261100" y="5784453"/>
            <a:ext cx="130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Accuracy (95%)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335346" y="5784453"/>
            <a:ext cx="35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₹9.6 K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261100" y="5978128"/>
            <a:ext cx="5381625" cy="6350"/>
          </a:xfrm>
          <a:custGeom>
            <a:avLst/>
            <a:gdLst/>
            <a:ahLst/>
            <a:cxnLst/>
            <a:rect l="l" t="t" r="r" b="b"/>
            <a:pathLst>
              <a:path w="5381625" h="6350">
                <a:moveTo>
                  <a:pt x="0" y="0"/>
                </a:moveTo>
                <a:lnTo>
                  <a:pt x="5381625" y="0"/>
                </a:lnTo>
                <a:lnTo>
                  <a:pt x="53816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6261100" y="6013052"/>
            <a:ext cx="121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Cost with Platform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218465" y="6013052"/>
            <a:ext cx="476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₹26.08 L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261100" y="6171802"/>
            <a:ext cx="5429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Net Profit: ₹82.85 L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20675" y="6632080"/>
            <a:ext cx="11547475" cy="768350"/>
          </a:xfrm>
          <a:custGeom>
            <a:avLst/>
            <a:gdLst/>
            <a:ahLst/>
            <a:cxnLst/>
            <a:rect l="l" t="t" r="r" b="b"/>
            <a:pathLst>
              <a:path w="11547475" h="768350">
                <a:moveTo>
                  <a:pt x="95252" y="0"/>
                </a:moveTo>
                <a:lnTo>
                  <a:pt x="11452223" y="0"/>
                </a:lnTo>
                <a:cubicBezTo>
                  <a:pt x="11504829" y="0"/>
                  <a:pt x="11547475" y="42646"/>
                  <a:pt x="11547475" y="95252"/>
                </a:cubicBezTo>
                <a:lnTo>
                  <a:pt x="11547475" y="673098"/>
                </a:lnTo>
                <a:cubicBezTo>
                  <a:pt x="11547475" y="725704"/>
                  <a:pt x="11504829" y="768350"/>
                  <a:pt x="11452223" y="768350"/>
                </a:cubicBezTo>
                <a:lnTo>
                  <a:pt x="95252" y="768350"/>
                </a:lnTo>
                <a:cubicBezTo>
                  <a:pt x="42646" y="768350"/>
                  <a:pt x="0" y="725704"/>
                  <a:pt x="0" y="6730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gradFill rotWithShape="1" flip="none">
            <a:gsLst>
              <a:gs pos="0">
                <a:srgbClr val="2A9D8F">
                  <a:alpha val="20000"/>
                </a:srgbClr>
              </a:gs>
              <a:gs pos="100000">
                <a:srgbClr val="E9C46A">
                  <a:alpha val="20000"/>
                </a:srgbClr>
              </a:gs>
            </a:gsLst>
            <a:lin ang="0" scaled="1"/>
          </a:gra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391319" y="6730504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Additional Profit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371475" y="6921004"/>
            <a:ext cx="284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₹24.34 L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395287" y="7174903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year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3261519" y="6730504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on Platform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3241675" y="6921004"/>
            <a:ext cx="284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1,268%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3265487" y="7174903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₹24.3L gain on ₹1.92L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131719" y="6730504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Payback Period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111875" y="6921004"/>
            <a:ext cx="284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29 Days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135688" y="7174903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than 1 month!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9001919" y="6730504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Potential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8982075" y="6921004"/>
            <a:ext cx="284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25→50 Rooms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9005887" y="7174903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5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effort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shopify.com/437006d0e3f311994f1e132c82e6a3e0c4473ac1.webp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B1E">
                  <a:alpha val="95000"/>
                </a:srgbClr>
              </a:gs>
              <a:gs pos="50000">
                <a:srgbClr val="264653">
                  <a:alpha val="90000"/>
                </a:srgbClr>
              </a:gs>
              <a:gs pos="100000">
                <a:srgbClr val="0D1B1E">
                  <a:alpha val="9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313873" y="528643"/>
            <a:ext cx="3560445" cy="464820"/>
          </a:xfrm>
          <a:custGeom>
            <a:avLst/>
            <a:gdLst/>
            <a:ahLst/>
            <a:cxnLst/>
            <a:rect l="l" t="t" r="r" b="b"/>
            <a:pathLst>
              <a:path w="3560445" h="464820">
                <a:moveTo>
                  <a:pt x="232410" y="0"/>
                </a:moveTo>
                <a:lnTo>
                  <a:pt x="3328035" y="0"/>
                </a:lnTo>
                <a:cubicBezTo>
                  <a:pt x="3456391" y="0"/>
                  <a:pt x="3560445" y="104054"/>
                  <a:pt x="3560445" y="232410"/>
                </a:cubicBezTo>
                <a:lnTo>
                  <a:pt x="3560445" y="232410"/>
                </a:lnTo>
                <a:cubicBezTo>
                  <a:pt x="3560445" y="360766"/>
                  <a:pt x="3456391" y="464820"/>
                  <a:pt x="3328035" y="464820"/>
                </a:cubicBezTo>
                <a:lnTo>
                  <a:pt x="232410" y="464820"/>
                </a:lnTo>
                <a:cubicBezTo>
                  <a:pt x="104054" y="464820"/>
                  <a:pt x="0" y="360766"/>
                  <a:pt x="0" y="232410"/>
                </a:cubicBezTo>
                <a:lnTo>
                  <a:pt x="0" y="232410"/>
                </a:lnTo>
                <a:cubicBezTo>
                  <a:pt x="0" y="104054"/>
                  <a:pt x="104053" y="0"/>
                  <a:pt x="23241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4570095" y="66580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E9C4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860607" y="646751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60" kern="0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TRANSFORM YOUR FARM?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14136" y="1454469"/>
            <a:ext cx="6962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5F5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Transform Your Mushroom Farm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2A9D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with Smart Technology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390775" y="2749869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5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to scale from 8 rooms to 50+ rooms with the same effort? Our IoT platform pays for itself in 29 days and generates ₹24+ lakhs additional profit annually.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76230" y="3677604"/>
            <a:ext cx="1788795" cy="1607820"/>
          </a:xfrm>
          <a:custGeom>
            <a:avLst/>
            <a:gdLst/>
            <a:ahLst/>
            <a:cxnLst/>
            <a:rect l="l" t="t" r="r" b="b"/>
            <a:pathLst>
              <a:path w="1788795" h="1607820">
                <a:moveTo>
                  <a:pt x="114300" y="0"/>
                </a:moveTo>
                <a:lnTo>
                  <a:pt x="1674495" y="0"/>
                </a:lnTo>
                <a:cubicBezTo>
                  <a:pt x="1737621" y="0"/>
                  <a:pt x="1788795" y="51174"/>
                  <a:pt x="1788795" y="114300"/>
                </a:cubicBezTo>
                <a:lnTo>
                  <a:pt x="1788795" y="1493520"/>
                </a:lnTo>
                <a:cubicBezTo>
                  <a:pt x="1788795" y="1556646"/>
                  <a:pt x="1737621" y="1607820"/>
                  <a:pt x="1674495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64653">
              <a:alpha val="40000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804047" y="38719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956447" y="40243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299103" y="4519613"/>
            <a:ext cx="1543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₹1.09 Cr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37203" y="4900613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Profit (8 rooms)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01483" y="3677604"/>
            <a:ext cx="1788795" cy="1607820"/>
          </a:xfrm>
          <a:custGeom>
            <a:avLst/>
            <a:gdLst/>
            <a:ahLst/>
            <a:cxnLst/>
            <a:rect l="l" t="t" r="r" b="b"/>
            <a:pathLst>
              <a:path w="1788795" h="1607820">
                <a:moveTo>
                  <a:pt x="114300" y="0"/>
                </a:moveTo>
                <a:lnTo>
                  <a:pt x="1674495" y="0"/>
                </a:lnTo>
                <a:cubicBezTo>
                  <a:pt x="1737621" y="0"/>
                  <a:pt x="1788795" y="51174"/>
                  <a:pt x="1788795" y="114300"/>
                </a:cubicBezTo>
                <a:lnTo>
                  <a:pt x="1788795" y="1493520"/>
                </a:lnTo>
                <a:cubicBezTo>
                  <a:pt x="1788795" y="1556646"/>
                  <a:pt x="1737621" y="1607820"/>
                  <a:pt x="1674495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64653">
              <a:alpha val="40000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829300" y="38719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1700" y="40243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324356" y="4519613"/>
            <a:ext cx="1543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29 Days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62456" y="4900613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Payback Period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226737" y="3677604"/>
            <a:ext cx="1788795" cy="1607820"/>
          </a:xfrm>
          <a:custGeom>
            <a:avLst/>
            <a:gdLst/>
            <a:ahLst/>
            <a:cxnLst/>
            <a:rect l="l" t="t" r="r" b="b"/>
            <a:pathLst>
              <a:path w="1788795" h="1607820">
                <a:moveTo>
                  <a:pt x="114300" y="0"/>
                </a:moveTo>
                <a:lnTo>
                  <a:pt x="1674495" y="0"/>
                </a:lnTo>
                <a:cubicBezTo>
                  <a:pt x="1737621" y="0"/>
                  <a:pt x="1788795" y="51174"/>
                  <a:pt x="1788795" y="114300"/>
                </a:cubicBezTo>
                <a:lnTo>
                  <a:pt x="1788795" y="1493520"/>
                </a:lnTo>
                <a:cubicBezTo>
                  <a:pt x="1788795" y="1556646"/>
                  <a:pt x="1737621" y="1607820"/>
                  <a:pt x="1674495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64653">
              <a:alpha val="40000"/>
            </a:srgbClr>
          </a:solidFill>
          <a:ln w="10160">
            <a:solidFill>
              <a:srgbClr val="2A9D8F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7854553" y="38719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021241" y="402431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2A9D8F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349609" y="4519613"/>
            <a:ext cx="1543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9C4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50-100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87709" y="4900613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Rooms with Same Effort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36839" y="5597841"/>
            <a:ext cx="1769745" cy="731520"/>
          </a:xfrm>
          <a:custGeom>
            <a:avLst/>
            <a:gdLst/>
            <a:ahLst/>
            <a:cxnLst/>
            <a:rect l="l" t="t" r="r" b="b"/>
            <a:pathLst>
              <a:path w="1769745" h="731520">
                <a:moveTo>
                  <a:pt x="114300" y="0"/>
                </a:moveTo>
                <a:lnTo>
                  <a:pt x="1655445" y="0"/>
                </a:lnTo>
                <a:cubicBezTo>
                  <a:pt x="1718529" y="0"/>
                  <a:pt x="1769745" y="51216"/>
                  <a:pt x="1769745" y="114300"/>
                </a:cubicBezTo>
                <a:lnTo>
                  <a:pt x="1769745" y="617220"/>
                </a:lnTo>
                <a:cubicBezTo>
                  <a:pt x="1769745" y="680346"/>
                  <a:pt x="1718571" y="731520"/>
                  <a:pt x="1655445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A9D8F">
              <a:alpha val="20000"/>
            </a:srgbClr>
          </a:solidFill>
          <a:ln w="10160">
            <a:solidFill>
              <a:srgbClr val="2A9D8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435912" y="5715958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us for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426387" y="5944558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 Assessment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240304" y="5597841"/>
            <a:ext cx="1712595" cy="731520"/>
          </a:xfrm>
          <a:custGeom>
            <a:avLst/>
            <a:gdLst/>
            <a:ahLst/>
            <a:cxnLst/>
            <a:rect l="l" t="t" r="r" b="b"/>
            <a:pathLst>
              <a:path w="1712595" h="731520">
                <a:moveTo>
                  <a:pt x="114300" y="0"/>
                </a:moveTo>
                <a:lnTo>
                  <a:pt x="1598295" y="0"/>
                </a:lnTo>
                <a:cubicBezTo>
                  <a:pt x="1661379" y="0"/>
                  <a:pt x="1712595" y="51216"/>
                  <a:pt x="1712595" y="114300"/>
                </a:cubicBezTo>
                <a:lnTo>
                  <a:pt x="1712595" y="617220"/>
                </a:lnTo>
                <a:cubicBezTo>
                  <a:pt x="1712595" y="680346"/>
                  <a:pt x="1661421" y="731520"/>
                  <a:pt x="1598295" y="731520"/>
                </a:cubicBezTo>
                <a:lnTo>
                  <a:pt x="114300" y="731520"/>
                </a:lnTo>
                <a:cubicBezTo>
                  <a:pt x="51216" y="731520"/>
                  <a:pt x="0" y="680304"/>
                  <a:pt x="0" y="6172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 w="10160">
            <a:solidFill>
              <a:srgbClr val="E9C46A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439376" y="5715958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5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your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29851" y="5944558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ROI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Mushroom Farm IoT Platform</dc:title>
  <dc:subject>Mushroom Farm IoT Platform</dc:subject>
  <dc:creator>Kimi</dc:creator>
  <cp:lastModifiedBy>Kimi</cp:lastModifiedBy>
  <cp:revision>1</cp:revision>
  <dcterms:created xsi:type="dcterms:W3CDTF">2026-03-08T06:47:13Z</dcterms:created>
  <dcterms:modified xsi:type="dcterms:W3CDTF">2026-03-08T06:47:13Z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{"Label":"Mushroom Farm IoT Platform","ContentProducer":"001191110108MACG2KBH8F10000","ProduceID":"19c71de9-f332-8b78-8000-00000a39c9d6","ReservedCode1":"","ContentPropagator":"001191110108MACG2KBH8F20000","PropagateID":"19c71de9-f332-8b78-8000-00000a39c9d6","ReservedCode2":""}</vt:lpwstr>
  </property>
</Properties>
</file>